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F4342-0BD8-45BF-BE17-959F38DB6042}" v="169" dt="2026-03-04T01:49:18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saph Khosla" userId="43c80c7e88100d2c" providerId="LiveId" clId="{C4907E11-1774-4C63-9F18-2A4908FCF7D9}"/>
    <pc:docChg chg="undo custSel addSld delSld modSld sldOrd modMainMaster">
      <pc:chgData name="Eliasaph Khosla" userId="43c80c7e88100d2c" providerId="LiveId" clId="{C4907E11-1774-4C63-9F18-2A4908FCF7D9}" dt="2026-03-04T01:51:28.731" v="758" actId="478"/>
      <pc:docMkLst>
        <pc:docMk/>
      </pc:docMkLst>
      <pc:sldChg chg="addSp delSp modSp new mod setBg addAnim delDesignElem chgLayout">
        <pc:chgData name="Eliasaph Khosla" userId="43c80c7e88100d2c" providerId="LiveId" clId="{C4907E11-1774-4C63-9F18-2A4908FCF7D9}" dt="2026-03-04T01:51:28.731" v="758" actId="478"/>
        <pc:sldMkLst>
          <pc:docMk/>
          <pc:sldMk cId="2744791804" sldId="256"/>
        </pc:sldMkLst>
        <pc:spChg chg="mod ord">
          <ac:chgData name="Eliasaph Khosla" userId="43c80c7e88100d2c" providerId="LiveId" clId="{C4907E11-1774-4C63-9F18-2A4908FCF7D9}" dt="2026-03-04T01:51:19.249" v="756" actId="26606"/>
          <ac:spMkLst>
            <pc:docMk/>
            <pc:sldMk cId="2744791804" sldId="256"/>
            <ac:spMk id="2" creationId="{2E0AC831-ECAE-0A8F-2BAA-4D1AD8901828}"/>
          </ac:spMkLst>
        </pc:spChg>
        <pc:spChg chg="del mod">
          <ac:chgData name="Eliasaph Khosla" userId="43c80c7e88100d2c" providerId="LiveId" clId="{C4907E11-1774-4C63-9F18-2A4908FCF7D9}" dt="2026-03-04T01:37:08.676" v="591" actId="6264"/>
          <ac:spMkLst>
            <pc:docMk/>
            <pc:sldMk cId="2744791804" sldId="256"/>
            <ac:spMk id="3" creationId="{B7C44C6B-DCF2-444E-AF1E-2872800434F6}"/>
          </ac:spMkLst>
        </pc:spChg>
        <pc:spChg chg="add del mod">
          <ac:chgData name="Eliasaph Khosla" userId="43c80c7e88100d2c" providerId="LiveId" clId="{C4907E11-1774-4C63-9F18-2A4908FCF7D9}" dt="2026-03-04T01:37:08.676" v="591" actId="6264"/>
          <ac:spMkLst>
            <pc:docMk/>
            <pc:sldMk cId="2744791804" sldId="256"/>
            <ac:spMk id="4" creationId="{AD7BB2D6-15E6-83AB-92BA-56504E7FEDA8}"/>
          </ac:spMkLst>
        </pc:spChg>
        <pc:spChg chg="add del mod ord">
          <ac:chgData name="Eliasaph Khosla" userId="43c80c7e88100d2c" providerId="LiveId" clId="{C4907E11-1774-4C63-9F18-2A4908FCF7D9}" dt="2026-03-04T01:51:28.731" v="758" actId="478"/>
          <ac:spMkLst>
            <pc:docMk/>
            <pc:sldMk cId="2744791804" sldId="256"/>
            <ac:spMk id="5" creationId="{25DF80F1-AB7E-800B-FC00-9DCFC05C09E1}"/>
          </ac:spMkLst>
        </pc:spChg>
        <pc:spChg chg="add">
          <ac:chgData name="Eliasaph Khosla" userId="43c80c7e88100d2c" providerId="LiveId" clId="{C4907E11-1774-4C63-9F18-2A4908FCF7D9}" dt="2026-03-04T01:51:19.249" v="756" actId="26606"/>
          <ac:spMkLst>
            <pc:docMk/>
            <pc:sldMk cId="2744791804" sldId="256"/>
            <ac:spMk id="7" creationId="{0262E669-7774-4EAE-BBCE-F9FFE664D513}"/>
          </ac:spMkLst>
        </pc:spChg>
        <pc:spChg chg="add del">
          <ac:chgData name="Eliasaph Khosla" userId="43c80c7e88100d2c" providerId="LiveId" clId="{C4907E11-1774-4C63-9F18-2A4908FCF7D9}" dt="2026-03-04T01:37:08.676" v="591" actId="6264"/>
          <ac:spMkLst>
            <pc:docMk/>
            <pc:sldMk cId="2744791804" sldId="256"/>
            <ac:spMk id="8" creationId="{5A292AEA-2528-46C0-B426-95822B6141FB}"/>
          </ac:spMkLst>
        </pc:spChg>
        <pc:spChg chg="add">
          <ac:chgData name="Eliasaph Khosla" userId="43c80c7e88100d2c" providerId="LiveId" clId="{C4907E11-1774-4C63-9F18-2A4908FCF7D9}" dt="2026-03-04T01:51:19.249" v="756" actId="26606"/>
          <ac:spMkLst>
            <pc:docMk/>
            <pc:sldMk cId="2744791804" sldId="256"/>
            <ac:spMk id="9" creationId="{D0838CA9-6736-4868-BAC7-C020254B5B07}"/>
          </ac:spMkLst>
        </pc:spChg>
        <pc:spChg chg="add del">
          <ac:chgData name="Eliasaph Khosla" userId="43c80c7e88100d2c" providerId="LiveId" clId="{C4907E11-1774-4C63-9F18-2A4908FCF7D9}" dt="2026-03-04T01:37:08.676" v="591" actId="6264"/>
          <ac:spMkLst>
            <pc:docMk/>
            <pc:sldMk cId="2744791804" sldId="256"/>
            <ac:spMk id="10" creationId="{D8B7B198-E4DF-43CD-AD8C-199884323745}"/>
          </ac:spMkLst>
        </pc:spChg>
        <pc:spChg chg="add">
          <ac:chgData name="Eliasaph Khosla" userId="43c80c7e88100d2c" providerId="LiveId" clId="{C4907E11-1774-4C63-9F18-2A4908FCF7D9}" dt="2026-03-04T01:51:19.249" v="756" actId="26606"/>
          <ac:spMkLst>
            <pc:docMk/>
            <pc:sldMk cId="2744791804" sldId="256"/>
            <ac:spMk id="11" creationId="{6AA9F379-605C-48FC-AA29-73D667134AED}"/>
          </ac:spMkLst>
        </pc:spChg>
        <pc:spChg chg="add del">
          <ac:chgData name="Eliasaph Khosla" userId="43c80c7e88100d2c" providerId="LiveId" clId="{C4907E11-1774-4C63-9F18-2A4908FCF7D9}" dt="2026-03-04T01:37:08.676" v="591" actId="6264"/>
          <ac:spMkLst>
            <pc:docMk/>
            <pc:sldMk cId="2744791804" sldId="256"/>
            <ac:spMk id="12" creationId="{2BE67753-EA0E-4819-8D22-0B6600CF7231}"/>
          </ac:spMkLst>
        </pc:spChg>
        <pc:grpChg chg="add del">
          <ac:chgData name="Eliasaph Khosla" userId="43c80c7e88100d2c" providerId="LiveId" clId="{C4907E11-1774-4C63-9F18-2A4908FCF7D9}" dt="2026-03-04T01:37:08.676" v="591" actId="6264"/>
          <ac:grpSpMkLst>
            <pc:docMk/>
            <pc:sldMk cId="2744791804" sldId="256"/>
            <ac:grpSpMk id="14" creationId="{D76D63AC-0421-45EC-B383-E79A61A78C6B}"/>
          </ac:grpSpMkLst>
        </pc:grpChg>
        <pc:grpChg chg="add del">
          <ac:chgData name="Eliasaph Khosla" userId="43c80c7e88100d2c" providerId="LiveId" clId="{C4907E11-1774-4C63-9F18-2A4908FCF7D9}" dt="2026-03-04T01:37:08.676" v="591" actId="6264"/>
          <ac:grpSpMkLst>
            <pc:docMk/>
            <pc:sldMk cId="2744791804" sldId="256"/>
            <ac:grpSpMk id="23" creationId="{87F87F1B-42BA-4AC7-A4E2-41544DDB2CE3}"/>
          </ac:grpSpMkLst>
        </pc:grpChg>
        <pc:grpChg chg="add del">
          <ac:chgData name="Eliasaph Khosla" userId="43c80c7e88100d2c" providerId="LiveId" clId="{C4907E11-1774-4C63-9F18-2A4908FCF7D9}" dt="2026-03-04T01:37:08.676" v="591" actId="6264"/>
          <ac:grpSpMkLst>
            <pc:docMk/>
            <pc:sldMk cId="2744791804" sldId="256"/>
            <ac:grpSpMk id="29" creationId="{967346A5-7569-4F15-AB5D-BE3DADF192C0}"/>
          </ac:grpSpMkLst>
        </pc:grpChg>
      </pc:sldChg>
      <pc:sldChg chg="addSp modSp new mod setBg">
        <pc:chgData name="Eliasaph Khosla" userId="43c80c7e88100d2c" providerId="LiveId" clId="{C4907E11-1774-4C63-9F18-2A4908FCF7D9}" dt="2026-03-04T01:35:41.456" v="573"/>
        <pc:sldMkLst>
          <pc:docMk/>
          <pc:sldMk cId="236391741" sldId="257"/>
        </pc:sldMkLst>
        <pc:spChg chg="mod">
          <ac:chgData name="Eliasaph Khosla" userId="43c80c7e88100d2c" providerId="LiveId" clId="{C4907E11-1774-4C63-9F18-2A4908FCF7D9}" dt="2026-03-04T01:31:17.258" v="454" actId="26606"/>
          <ac:spMkLst>
            <pc:docMk/>
            <pc:sldMk cId="236391741" sldId="257"/>
            <ac:spMk id="2" creationId="{3605C55F-2BBD-2C5A-1F35-D11977BCE67E}"/>
          </ac:spMkLst>
        </pc:spChg>
        <pc:spChg chg="mod">
          <ac:chgData name="Eliasaph Khosla" userId="43c80c7e88100d2c" providerId="LiveId" clId="{C4907E11-1774-4C63-9F18-2A4908FCF7D9}" dt="2026-03-04T01:31:38.830" v="457" actId="255"/>
          <ac:spMkLst>
            <pc:docMk/>
            <pc:sldMk cId="236391741" sldId="257"/>
            <ac:spMk id="3" creationId="{1706E77E-9E73-2E09-F6BE-DC675AB77C84}"/>
          </ac:spMkLst>
        </pc:spChg>
        <pc:spChg chg="add">
          <ac:chgData name="Eliasaph Khosla" userId="43c80c7e88100d2c" providerId="LiveId" clId="{C4907E11-1774-4C63-9F18-2A4908FCF7D9}" dt="2026-03-04T01:31:17.258" v="454" actId="26606"/>
          <ac:spMkLst>
            <pc:docMk/>
            <pc:sldMk cId="236391741" sldId="257"/>
            <ac:spMk id="8" creationId="{C9A36457-A5F4-4103-A443-02581C09185B}"/>
          </ac:spMkLst>
        </pc:spChg>
        <pc:spChg chg="add">
          <ac:chgData name="Eliasaph Khosla" userId="43c80c7e88100d2c" providerId="LiveId" clId="{C4907E11-1774-4C63-9F18-2A4908FCF7D9}" dt="2026-03-04T01:31:17.258" v="454" actId="26606"/>
          <ac:spMkLst>
            <pc:docMk/>
            <pc:sldMk cId="236391741" sldId="257"/>
            <ac:spMk id="10" creationId="{DC5FB7E8-B636-40FA-BE8D-48145C0F5C57}"/>
          </ac:spMkLst>
        </pc:spChg>
        <pc:spChg chg="add">
          <ac:chgData name="Eliasaph Khosla" userId="43c80c7e88100d2c" providerId="LiveId" clId="{C4907E11-1774-4C63-9F18-2A4908FCF7D9}" dt="2026-03-04T01:31:17.258" v="454" actId="26606"/>
          <ac:spMkLst>
            <pc:docMk/>
            <pc:sldMk cId="236391741" sldId="257"/>
            <ac:spMk id="12" creationId="{142DCE2C-2863-46FA-9BE7-24365A24D9BA}"/>
          </ac:spMkLst>
        </pc:spChg>
      </pc:sldChg>
      <pc:sldChg chg="addSp delSp modSp new mod">
        <pc:chgData name="Eliasaph Khosla" userId="43c80c7e88100d2c" providerId="LiveId" clId="{C4907E11-1774-4C63-9F18-2A4908FCF7D9}" dt="2026-03-04T00:57:40.484" v="62" actId="1076"/>
        <pc:sldMkLst>
          <pc:docMk/>
          <pc:sldMk cId="3929518137" sldId="258"/>
        </pc:sldMkLst>
        <pc:spChg chg="mod">
          <ac:chgData name="Eliasaph Khosla" userId="43c80c7e88100d2c" providerId="LiveId" clId="{C4907E11-1774-4C63-9F18-2A4908FCF7D9}" dt="2026-03-04T00:57:34.004" v="61" actId="20577"/>
          <ac:spMkLst>
            <pc:docMk/>
            <pc:sldMk cId="3929518137" sldId="258"/>
            <ac:spMk id="2" creationId="{77F7FD9E-E1BE-931B-3334-A433362716DA}"/>
          </ac:spMkLst>
        </pc:spChg>
        <pc:spChg chg="del">
          <ac:chgData name="Eliasaph Khosla" userId="43c80c7e88100d2c" providerId="LiveId" clId="{C4907E11-1774-4C63-9F18-2A4908FCF7D9}" dt="2026-03-04T00:54:56.302" v="5"/>
          <ac:spMkLst>
            <pc:docMk/>
            <pc:sldMk cId="3929518137" sldId="258"/>
            <ac:spMk id="3" creationId="{B6999DF1-1D3F-2FAB-0E00-4F125AF76A5F}"/>
          </ac:spMkLst>
        </pc:spChg>
        <pc:spChg chg="add del mod">
          <ac:chgData name="Eliasaph Khosla" userId="43c80c7e88100d2c" providerId="LiveId" clId="{C4907E11-1774-4C63-9F18-2A4908FCF7D9}" dt="2026-03-04T00:55:43.427" v="6" actId="931"/>
          <ac:spMkLst>
            <pc:docMk/>
            <pc:sldMk cId="3929518137" sldId="258"/>
            <ac:spMk id="4" creationId="{C610E04D-A0D7-A593-CEC3-0D31993D8E45}"/>
          </ac:spMkLst>
        </pc:spChg>
        <pc:picChg chg="add mod">
          <ac:chgData name="Eliasaph Khosla" userId="43c80c7e88100d2c" providerId="LiveId" clId="{C4907E11-1774-4C63-9F18-2A4908FCF7D9}" dt="2026-03-04T00:57:40.484" v="62" actId="1076"/>
          <ac:picMkLst>
            <pc:docMk/>
            <pc:sldMk cId="3929518137" sldId="258"/>
            <ac:picMk id="6" creationId="{57A73712-68EE-0865-33B4-823F2265CDB3}"/>
          </ac:picMkLst>
        </pc:picChg>
        <pc:picChg chg="add mod">
          <ac:chgData name="Eliasaph Khosla" userId="43c80c7e88100d2c" providerId="LiveId" clId="{C4907E11-1774-4C63-9F18-2A4908FCF7D9}" dt="2026-03-04T00:56:58.041" v="16" actId="1076"/>
          <ac:picMkLst>
            <pc:docMk/>
            <pc:sldMk cId="3929518137" sldId="258"/>
            <ac:picMk id="8" creationId="{FE8FA6A5-55F0-5E80-AAAB-ADB67802203F}"/>
          </ac:picMkLst>
        </pc:picChg>
      </pc:sldChg>
      <pc:sldChg chg="addSp delSp modSp new mod setBg">
        <pc:chgData name="Eliasaph Khosla" userId="43c80c7e88100d2c" providerId="LiveId" clId="{C4907E11-1774-4C63-9F18-2A4908FCF7D9}" dt="2026-03-04T01:35:41.456" v="573"/>
        <pc:sldMkLst>
          <pc:docMk/>
          <pc:sldMk cId="3687128724" sldId="259"/>
        </pc:sldMkLst>
        <pc:spChg chg="del mod">
          <ac:chgData name="Eliasaph Khosla" userId="43c80c7e88100d2c" providerId="LiveId" clId="{C4907E11-1774-4C63-9F18-2A4908FCF7D9}" dt="2026-03-04T01:05:24.558" v="230" actId="478"/>
          <ac:spMkLst>
            <pc:docMk/>
            <pc:sldMk cId="3687128724" sldId="259"/>
            <ac:spMk id="2" creationId="{1F611487-059A-4F85-22FF-72D59B01EBEE}"/>
          </ac:spMkLst>
        </pc:spChg>
        <pc:spChg chg="mod">
          <ac:chgData name="Eliasaph Khosla" userId="43c80c7e88100d2c" providerId="LiveId" clId="{C4907E11-1774-4C63-9F18-2A4908FCF7D9}" dt="2026-03-04T01:30:27.804" v="448" actId="255"/>
          <ac:spMkLst>
            <pc:docMk/>
            <pc:sldMk cId="3687128724" sldId="259"/>
            <ac:spMk id="3" creationId="{0F2722A2-03D7-2AB5-6650-C998FB6F7DA3}"/>
          </ac:spMkLst>
        </pc:spChg>
        <pc:spChg chg="add del">
          <ac:chgData name="Eliasaph Khosla" userId="43c80c7e88100d2c" providerId="LiveId" clId="{C4907E11-1774-4C63-9F18-2A4908FCF7D9}" dt="2026-03-04T01:29:34.951" v="441" actId="26606"/>
          <ac:spMkLst>
            <pc:docMk/>
            <pc:sldMk cId="3687128724" sldId="259"/>
            <ac:spMk id="8" creationId="{C9A36457-A5F4-4103-A443-02581C09185B}"/>
          </ac:spMkLst>
        </pc:spChg>
        <pc:spChg chg="add del">
          <ac:chgData name="Eliasaph Khosla" userId="43c80c7e88100d2c" providerId="LiveId" clId="{C4907E11-1774-4C63-9F18-2A4908FCF7D9}" dt="2026-03-04T01:29:34.951" v="441" actId="26606"/>
          <ac:spMkLst>
            <pc:docMk/>
            <pc:sldMk cId="3687128724" sldId="259"/>
            <ac:spMk id="10" creationId="{AA5CF486-D9E5-4A66-898A-F3D62B81B15E}"/>
          </ac:spMkLst>
        </pc:spChg>
        <pc:spChg chg="add">
          <ac:chgData name="Eliasaph Khosla" userId="43c80c7e88100d2c" providerId="LiveId" clId="{C4907E11-1774-4C63-9F18-2A4908FCF7D9}" dt="2026-03-04T01:29:34.975" v="442" actId="26606"/>
          <ac:spMkLst>
            <pc:docMk/>
            <pc:sldMk cId="3687128724" sldId="259"/>
            <ac:spMk id="12" creationId="{142DCE2C-2863-46FA-9BE7-24365A24D9BA}"/>
          </ac:spMkLst>
        </pc:spChg>
        <pc:spChg chg="add">
          <ac:chgData name="Eliasaph Khosla" userId="43c80c7e88100d2c" providerId="LiveId" clId="{C4907E11-1774-4C63-9F18-2A4908FCF7D9}" dt="2026-03-04T01:29:34.975" v="442" actId="26606"/>
          <ac:spMkLst>
            <pc:docMk/>
            <pc:sldMk cId="3687128724" sldId="259"/>
            <ac:spMk id="13" creationId="{C9A36457-A5F4-4103-A443-02581C09185B}"/>
          </ac:spMkLst>
        </pc:spChg>
        <pc:spChg chg="add">
          <ac:chgData name="Eliasaph Khosla" userId="43c80c7e88100d2c" providerId="LiveId" clId="{C4907E11-1774-4C63-9F18-2A4908FCF7D9}" dt="2026-03-04T01:29:34.975" v="442" actId="26606"/>
          <ac:spMkLst>
            <pc:docMk/>
            <pc:sldMk cId="3687128724" sldId="259"/>
            <ac:spMk id="14" creationId="{DC5FB7E8-B636-40FA-BE8D-48145C0F5C57}"/>
          </ac:spMkLst>
        </pc:spChg>
      </pc:sldChg>
      <pc:sldChg chg="new del">
        <pc:chgData name="Eliasaph Khosla" userId="43c80c7e88100d2c" providerId="LiveId" clId="{C4907E11-1774-4C63-9F18-2A4908FCF7D9}" dt="2026-03-04T01:19:59.837" v="373" actId="47"/>
        <pc:sldMkLst>
          <pc:docMk/>
          <pc:sldMk cId="3547261101" sldId="260"/>
        </pc:sldMkLst>
      </pc:sldChg>
      <pc:sldChg chg="addSp modSp new mod setBg">
        <pc:chgData name="Eliasaph Khosla" userId="43c80c7e88100d2c" providerId="LiveId" clId="{C4907E11-1774-4C63-9F18-2A4908FCF7D9}" dt="2026-03-04T01:40:44.625" v="643" actId="120"/>
        <pc:sldMkLst>
          <pc:docMk/>
          <pc:sldMk cId="3047920016" sldId="261"/>
        </pc:sldMkLst>
        <pc:spChg chg="mod">
          <ac:chgData name="Eliasaph Khosla" userId="43c80c7e88100d2c" providerId="LiveId" clId="{C4907E11-1774-4C63-9F18-2A4908FCF7D9}" dt="2026-03-04T01:29:10.181" v="439" actId="26606"/>
          <ac:spMkLst>
            <pc:docMk/>
            <pc:sldMk cId="3047920016" sldId="261"/>
            <ac:spMk id="2" creationId="{4E6C18D1-0489-F9A8-7570-AED19CED230E}"/>
          </ac:spMkLst>
        </pc:spChg>
        <pc:spChg chg="mod">
          <ac:chgData name="Eliasaph Khosla" userId="43c80c7e88100d2c" providerId="LiveId" clId="{C4907E11-1774-4C63-9F18-2A4908FCF7D9}" dt="2026-03-04T01:40:44.625" v="643" actId="120"/>
          <ac:spMkLst>
            <pc:docMk/>
            <pc:sldMk cId="3047920016" sldId="261"/>
            <ac:spMk id="3" creationId="{D9CA4A2D-1E97-2C70-B005-20B1461159B7}"/>
          </ac:spMkLst>
        </pc:spChg>
        <pc:spChg chg="add mod ord">
          <ac:chgData name="Eliasaph Khosla" userId="43c80c7e88100d2c" providerId="LiveId" clId="{C4907E11-1774-4C63-9F18-2A4908FCF7D9}" dt="2026-03-04T01:29:10.181" v="439" actId="26606"/>
          <ac:spMkLst>
            <pc:docMk/>
            <pc:sldMk cId="3047920016" sldId="261"/>
            <ac:spMk id="4" creationId="{78183A8A-549F-6F29-D983-43D32A7FD565}"/>
          </ac:spMkLst>
        </pc:spChg>
        <pc:spChg chg="add">
          <ac:chgData name="Eliasaph Khosla" userId="43c80c7e88100d2c" providerId="LiveId" clId="{C4907E11-1774-4C63-9F18-2A4908FCF7D9}" dt="2026-03-04T01:29:10.181" v="439" actId="26606"/>
          <ac:spMkLst>
            <pc:docMk/>
            <pc:sldMk cId="3047920016" sldId="261"/>
            <ac:spMk id="11" creationId="{7FF47CB7-972F-479F-A36D-9E72D26EC8DA}"/>
          </ac:spMkLst>
        </pc:spChg>
        <pc:spChg chg="add">
          <ac:chgData name="Eliasaph Khosla" userId="43c80c7e88100d2c" providerId="LiveId" clId="{C4907E11-1774-4C63-9F18-2A4908FCF7D9}" dt="2026-03-04T01:29:10.181" v="439" actId="26606"/>
          <ac:spMkLst>
            <pc:docMk/>
            <pc:sldMk cId="3047920016" sldId="261"/>
            <ac:spMk id="13" creationId="{0D153B68-5844-490D-8E67-F616D6D721CA}"/>
          </ac:spMkLst>
        </pc:spChg>
        <pc:spChg chg="add">
          <ac:chgData name="Eliasaph Khosla" userId="43c80c7e88100d2c" providerId="LiveId" clId="{C4907E11-1774-4C63-9F18-2A4908FCF7D9}" dt="2026-03-04T01:29:10.181" v="439" actId="26606"/>
          <ac:spMkLst>
            <pc:docMk/>
            <pc:sldMk cId="3047920016" sldId="261"/>
            <ac:spMk id="15" creationId="{9A0D773F-7A7D-4DBB-9DEA-86BB8B8F4BC8}"/>
          </ac:spMkLst>
        </pc:spChg>
        <pc:picChg chg="add mod modCrop">
          <ac:chgData name="Eliasaph Khosla" userId="43c80c7e88100d2c" providerId="LiveId" clId="{C4907E11-1774-4C63-9F18-2A4908FCF7D9}" dt="2026-03-04T01:29:10.181" v="439" actId="26606"/>
          <ac:picMkLst>
            <pc:docMk/>
            <pc:sldMk cId="3047920016" sldId="261"/>
            <ac:picMk id="6" creationId="{164E3621-2C2F-032E-CC18-83CB5990E25E}"/>
          </ac:picMkLst>
        </pc:picChg>
      </pc:sldChg>
      <pc:sldChg chg="addSp modSp new mod setBg">
        <pc:chgData name="Eliasaph Khosla" userId="43c80c7e88100d2c" providerId="LiveId" clId="{C4907E11-1774-4C63-9F18-2A4908FCF7D9}" dt="2026-03-04T01:35:41.456" v="573"/>
        <pc:sldMkLst>
          <pc:docMk/>
          <pc:sldMk cId="3138189760" sldId="262"/>
        </pc:sldMkLst>
        <pc:spChg chg="mod">
          <ac:chgData name="Eliasaph Khosla" userId="43c80c7e88100d2c" providerId="LiveId" clId="{C4907E11-1774-4C63-9F18-2A4908FCF7D9}" dt="2026-03-04T01:29:01.615" v="438" actId="26606"/>
          <ac:spMkLst>
            <pc:docMk/>
            <pc:sldMk cId="3138189760" sldId="262"/>
            <ac:spMk id="2" creationId="{4F81C15B-096C-E0A5-F125-5009D6756748}"/>
          </ac:spMkLst>
        </pc:spChg>
        <pc:spChg chg="mod">
          <ac:chgData name="Eliasaph Khosla" userId="43c80c7e88100d2c" providerId="LiveId" clId="{C4907E11-1774-4C63-9F18-2A4908FCF7D9}" dt="2026-03-04T01:29:01.615" v="438" actId="26606"/>
          <ac:spMkLst>
            <pc:docMk/>
            <pc:sldMk cId="3138189760" sldId="262"/>
            <ac:spMk id="3" creationId="{CCD0211E-812C-4B3C-2402-87779F661920}"/>
          </ac:spMkLst>
        </pc:spChg>
        <pc:spChg chg="add">
          <ac:chgData name="Eliasaph Khosla" userId="43c80c7e88100d2c" providerId="LiveId" clId="{C4907E11-1774-4C63-9F18-2A4908FCF7D9}" dt="2026-03-04T01:29:01.615" v="438" actId="26606"/>
          <ac:spMkLst>
            <pc:docMk/>
            <pc:sldMk cId="3138189760" sldId="262"/>
            <ac:spMk id="10" creationId="{7FF47CB7-972F-479F-A36D-9E72D26EC8DA}"/>
          </ac:spMkLst>
        </pc:spChg>
        <pc:spChg chg="add">
          <ac:chgData name="Eliasaph Khosla" userId="43c80c7e88100d2c" providerId="LiveId" clId="{C4907E11-1774-4C63-9F18-2A4908FCF7D9}" dt="2026-03-04T01:29:01.615" v="438" actId="26606"/>
          <ac:spMkLst>
            <pc:docMk/>
            <pc:sldMk cId="3138189760" sldId="262"/>
            <ac:spMk id="12" creationId="{0D153B68-5844-490D-8E67-F616D6D721CA}"/>
          </ac:spMkLst>
        </pc:spChg>
        <pc:spChg chg="add">
          <ac:chgData name="Eliasaph Khosla" userId="43c80c7e88100d2c" providerId="LiveId" clId="{C4907E11-1774-4C63-9F18-2A4908FCF7D9}" dt="2026-03-04T01:29:01.615" v="438" actId="26606"/>
          <ac:spMkLst>
            <pc:docMk/>
            <pc:sldMk cId="3138189760" sldId="262"/>
            <ac:spMk id="14" creationId="{9A0D773F-7A7D-4DBB-9DEA-86BB8B8F4BC8}"/>
          </ac:spMkLst>
        </pc:spChg>
        <pc:picChg chg="add mod">
          <ac:chgData name="Eliasaph Khosla" userId="43c80c7e88100d2c" providerId="LiveId" clId="{C4907E11-1774-4C63-9F18-2A4908FCF7D9}" dt="2026-03-04T01:29:01.615" v="438" actId="26606"/>
          <ac:picMkLst>
            <pc:docMk/>
            <pc:sldMk cId="3138189760" sldId="262"/>
            <ac:picMk id="5" creationId="{92C3FC17-FA79-729D-1EF4-719CB9EED209}"/>
          </ac:picMkLst>
        </pc:picChg>
      </pc:sldChg>
      <pc:sldChg chg="addSp modSp new mod setBg">
        <pc:chgData name="Eliasaph Khosla" userId="43c80c7e88100d2c" providerId="LiveId" clId="{C4907E11-1774-4C63-9F18-2A4908FCF7D9}" dt="2026-03-04T01:40:34.077" v="642" actId="255"/>
        <pc:sldMkLst>
          <pc:docMk/>
          <pc:sldMk cId="1723632661" sldId="263"/>
        </pc:sldMkLst>
        <pc:spChg chg="mod">
          <ac:chgData name="Eliasaph Khosla" userId="43c80c7e88100d2c" providerId="LiveId" clId="{C4907E11-1774-4C63-9F18-2A4908FCF7D9}" dt="2026-03-04T01:40:21.791" v="640" actId="26606"/>
          <ac:spMkLst>
            <pc:docMk/>
            <pc:sldMk cId="1723632661" sldId="263"/>
            <ac:spMk id="2" creationId="{F0CF5428-8CCD-59A4-5E2B-99F8EF009FB8}"/>
          </ac:spMkLst>
        </pc:spChg>
        <pc:spChg chg="mod">
          <ac:chgData name="Eliasaph Khosla" userId="43c80c7e88100d2c" providerId="LiveId" clId="{C4907E11-1774-4C63-9F18-2A4908FCF7D9}" dt="2026-03-04T01:40:34.077" v="642" actId="255"/>
          <ac:spMkLst>
            <pc:docMk/>
            <pc:sldMk cId="1723632661" sldId="263"/>
            <ac:spMk id="3" creationId="{456BE603-747B-DE5D-A574-6F20993B7EAC}"/>
          </ac:spMkLst>
        </pc:spChg>
        <pc:spChg chg="add mod ord">
          <ac:chgData name="Eliasaph Khosla" userId="43c80c7e88100d2c" providerId="LiveId" clId="{C4907E11-1774-4C63-9F18-2A4908FCF7D9}" dt="2026-03-04T01:40:21.791" v="640" actId="26606"/>
          <ac:spMkLst>
            <pc:docMk/>
            <pc:sldMk cId="1723632661" sldId="263"/>
            <ac:spMk id="4" creationId="{F92187B4-F479-CB76-D123-7BCFC6ABAE3A}"/>
          </ac:spMkLst>
        </pc:spChg>
        <pc:spChg chg="add">
          <ac:chgData name="Eliasaph Khosla" userId="43c80c7e88100d2c" providerId="LiveId" clId="{C4907E11-1774-4C63-9F18-2A4908FCF7D9}" dt="2026-03-04T01:40:21.791" v="640" actId="26606"/>
          <ac:spMkLst>
            <pc:docMk/>
            <pc:sldMk cId="1723632661" sldId="263"/>
            <ac:spMk id="11" creationId="{7FF47CB7-972F-479F-A36D-9E72D26EC8DA}"/>
          </ac:spMkLst>
        </pc:spChg>
        <pc:spChg chg="add">
          <ac:chgData name="Eliasaph Khosla" userId="43c80c7e88100d2c" providerId="LiveId" clId="{C4907E11-1774-4C63-9F18-2A4908FCF7D9}" dt="2026-03-04T01:40:21.791" v="640" actId="26606"/>
          <ac:spMkLst>
            <pc:docMk/>
            <pc:sldMk cId="1723632661" sldId="263"/>
            <ac:spMk id="13" creationId="{0D153B68-5844-490D-8E67-F616D6D721CA}"/>
          </ac:spMkLst>
        </pc:spChg>
        <pc:spChg chg="add">
          <ac:chgData name="Eliasaph Khosla" userId="43c80c7e88100d2c" providerId="LiveId" clId="{C4907E11-1774-4C63-9F18-2A4908FCF7D9}" dt="2026-03-04T01:40:21.791" v="640" actId="26606"/>
          <ac:spMkLst>
            <pc:docMk/>
            <pc:sldMk cId="1723632661" sldId="263"/>
            <ac:spMk id="15" creationId="{9A0D773F-7A7D-4DBB-9DEA-86BB8B8F4BC8}"/>
          </ac:spMkLst>
        </pc:spChg>
        <pc:picChg chg="add mod modCrop">
          <ac:chgData name="Eliasaph Khosla" userId="43c80c7e88100d2c" providerId="LiveId" clId="{C4907E11-1774-4C63-9F18-2A4908FCF7D9}" dt="2026-03-04T01:40:21.791" v="640" actId="26606"/>
          <ac:picMkLst>
            <pc:docMk/>
            <pc:sldMk cId="1723632661" sldId="263"/>
            <ac:picMk id="6" creationId="{A7D6C4C6-6F90-D3E5-BEAC-1363AFA1D7AC}"/>
          </ac:picMkLst>
        </pc:picChg>
      </pc:sldChg>
      <pc:sldChg chg="addSp modSp new mod setBg">
        <pc:chgData name="Eliasaph Khosla" userId="43c80c7e88100d2c" providerId="LiveId" clId="{C4907E11-1774-4C63-9F18-2A4908FCF7D9}" dt="2026-03-04T01:45:45.676" v="672" actId="1076"/>
        <pc:sldMkLst>
          <pc:docMk/>
          <pc:sldMk cId="515674515" sldId="264"/>
        </pc:sldMkLst>
        <pc:spChg chg="mod">
          <ac:chgData name="Eliasaph Khosla" userId="43c80c7e88100d2c" providerId="LiveId" clId="{C4907E11-1774-4C63-9F18-2A4908FCF7D9}" dt="2026-03-04T01:45:16.902" v="666" actId="26606"/>
          <ac:spMkLst>
            <pc:docMk/>
            <pc:sldMk cId="515674515" sldId="264"/>
            <ac:spMk id="2" creationId="{C9DA8F2C-5BCE-D6AE-C466-6D6B644AAABF}"/>
          </ac:spMkLst>
        </pc:spChg>
        <pc:spChg chg="mod">
          <ac:chgData name="Eliasaph Khosla" userId="43c80c7e88100d2c" providerId="LiveId" clId="{C4907E11-1774-4C63-9F18-2A4908FCF7D9}" dt="2026-03-04T01:45:45.676" v="672" actId="1076"/>
          <ac:spMkLst>
            <pc:docMk/>
            <pc:sldMk cId="515674515" sldId="264"/>
            <ac:spMk id="3" creationId="{076096AD-4943-32F7-ED43-82801C02E290}"/>
          </ac:spMkLst>
        </pc:spChg>
        <pc:spChg chg="add mod ord">
          <ac:chgData name="Eliasaph Khosla" userId="43c80c7e88100d2c" providerId="LiveId" clId="{C4907E11-1774-4C63-9F18-2A4908FCF7D9}" dt="2026-03-04T01:45:16.902" v="666" actId="26606"/>
          <ac:spMkLst>
            <pc:docMk/>
            <pc:sldMk cId="515674515" sldId="264"/>
            <ac:spMk id="4" creationId="{B0325768-E190-364D-E49E-FE998D4E445B}"/>
          </ac:spMkLst>
        </pc:spChg>
        <pc:spChg chg="add">
          <ac:chgData name="Eliasaph Khosla" userId="43c80c7e88100d2c" providerId="LiveId" clId="{C4907E11-1774-4C63-9F18-2A4908FCF7D9}" dt="2026-03-04T01:45:16.902" v="666" actId="26606"/>
          <ac:spMkLst>
            <pc:docMk/>
            <pc:sldMk cId="515674515" sldId="264"/>
            <ac:spMk id="11" creationId="{7FF47CB7-972F-479F-A36D-9E72D26EC8DA}"/>
          </ac:spMkLst>
        </pc:spChg>
        <pc:spChg chg="add">
          <ac:chgData name="Eliasaph Khosla" userId="43c80c7e88100d2c" providerId="LiveId" clId="{C4907E11-1774-4C63-9F18-2A4908FCF7D9}" dt="2026-03-04T01:45:16.902" v="666" actId="26606"/>
          <ac:spMkLst>
            <pc:docMk/>
            <pc:sldMk cId="515674515" sldId="264"/>
            <ac:spMk id="13" creationId="{0D153B68-5844-490D-8E67-F616D6D721CA}"/>
          </ac:spMkLst>
        </pc:spChg>
        <pc:spChg chg="add">
          <ac:chgData name="Eliasaph Khosla" userId="43c80c7e88100d2c" providerId="LiveId" clId="{C4907E11-1774-4C63-9F18-2A4908FCF7D9}" dt="2026-03-04T01:45:16.902" v="666" actId="26606"/>
          <ac:spMkLst>
            <pc:docMk/>
            <pc:sldMk cId="515674515" sldId="264"/>
            <ac:spMk id="15" creationId="{9A0D773F-7A7D-4DBB-9DEA-86BB8B8F4BC8}"/>
          </ac:spMkLst>
        </pc:spChg>
        <pc:picChg chg="add mod">
          <ac:chgData name="Eliasaph Khosla" userId="43c80c7e88100d2c" providerId="LiveId" clId="{C4907E11-1774-4C63-9F18-2A4908FCF7D9}" dt="2026-03-04T01:45:24.842" v="668" actId="1076"/>
          <ac:picMkLst>
            <pc:docMk/>
            <pc:sldMk cId="515674515" sldId="264"/>
            <ac:picMk id="6" creationId="{B97B95F7-222A-AB90-0014-4CB8839F985F}"/>
          </ac:picMkLst>
        </pc:picChg>
      </pc:sldChg>
      <pc:sldChg chg="delSp add del ord setBg delDesignElem">
        <pc:chgData name="Eliasaph Khosla" userId="43c80c7e88100d2c" providerId="LiveId" clId="{C4907E11-1774-4C63-9F18-2A4908FCF7D9}" dt="2026-03-04T01:36:52.024" v="590" actId="47"/>
        <pc:sldMkLst>
          <pc:docMk/>
          <pc:sldMk cId="936410705" sldId="264"/>
        </pc:sldMkLst>
        <pc:spChg chg="del">
          <ac:chgData name="Eliasaph Khosla" userId="43c80c7e88100d2c" providerId="LiveId" clId="{C4907E11-1774-4C63-9F18-2A4908FCF7D9}" dt="2026-03-04T01:36:43.383" v="587"/>
          <ac:spMkLst>
            <pc:docMk/>
            <pc:sldMk cId="936410705" sldId="264"/>
            <ac:spMk id="12" creationId="{3E694BE4-78DA-343B-86E9-578D3CBBCDEA}"/>
          </ac:spMkLst>
        </pc:spChg>
        <pc:spChg chg="del">
          <ac:chgData name="Eliasaph Khosla" userId="43c80c7e88100d2c" providerId="LiveId" clId="{C4907E11-1774-4C63-9F18-2A4908FCF7D9}" dt="2026-03-04T01:36:43.383" v="587"/>
          <ac:spMkLst>
            <pc:docMk/>
            <pc:sldMk cId="936410705" sldId="264"/>
            <ac:spMk id="13" creationId="{A9AE5A2E-5567-5B35-74B4-F995FDBF7AD8}"/>
          </ac:spMkLst>
        </pc:spChg>
        <pc:spChg chg="del">
          <ac:chgData name="Eliasaph Khosla" userId="43c80c7e88100d2c" providerId="LiveId" clId="{C4907E11-1774-4C63-9F18-2A4908FCF7D9}" dt="2026-03-04T01:36:43.383" v="587"/>
          <ac:spMkLst>
            <pc:docMk/>
            <pc:sldMk cId="936410705" sldId="264"/>
            <ac:spMk id="14" creationId="{8C7A3D3B-1C56-0463-B612-E499C2325F7A}"/>
          </ac:spMkLst>
        </pc:spChg>
      </pc:sldChg>
      <pc:sldChg chg="addSp delSp modSp new mod setBg">
        <pc:chgData name="Eliasaph Khosla" userId="43c80c7e88100d2c" providerId="LiveId" clId="{C4907E11-1774-4C63-9F18-2A4908FCF7D9}" dt="2026-03-04T01:48:38.213" v="695" actId="1076"/>
        <pc:sldMkLst>
          <pc:docMk/>
          <pc:sldMk cId="4254478018" sldId="265"/>
        </pc:sldMkLst>
        <pc:spChg chg="del">
          <ac:chgData name="Eliasaph Khosla" userId="43c80c7e88100d2c" providerId="LiveId" clId="{C4907E11-1774-4C63-9F18-2A4908FCF7D9}" dt="2026-03-04T01:46:53.759" v="676" actId="478"/>
          <ac:spMkLst>
            <pc:docMk/>
            <pc:sldMk cId="4254478018" sldId="265"/>
            <ac:spMk id="2" creationId="{A63A2062-B728-95B8-1C29-72F3FC5722A2}"/>
          </ac:spMkLst>
        </pc:spChg>
        <pc:spChg chg="mod">
          <ac:chgData name="Eliasaph Khosla" userId="43c80c7e88100d2c" providerId="LiveId" clId="{C4907E11-1774-4C63-9F18-2A4908FCF7D9}" dt="2026-03-04T01:48:38.213" v="695" actId="1076"/>
          <ac:spMkLst>
            <pc:docMk/>
            <pc:sldMk cId="4254478018" sldId="265"/>
            <ac:spMk id="3" creationId="{2CAD6D3B-9FC4-202A-00BD-3C9F36E03288}"/>
          </ac:spMkLst>
        </pc:spChg>
        <pc:spChg chg="add del">
          <ac:chgData name="Eliasaph Khosla" userId="43c80c7e88100d2c" providerId="LiveId" clId="{C4907E11-1774-4C63-9F18-2A4908FCF7D9}" dt="2026-03-04T01:48:05.492" v="689" actId="26606"/>
          <ac:spMkLst>
            <pc:docMk/>
            <pc:sldMk cId="4254478018" sldId="265"/>
            <ac:spMk id="8" creationId="{C9A36457-A5F4-4103-A443-02581C09185B}"/>
          </ac:spMkLst>
        </pc:spChg>
        <pc:spChg chg="add del">
          <ac:chgData name="Eliasaph Khosla" userId="43c80c7e88100d2c" providerId="LiveId" clId="{C4907E11-1774-4C63-9F18-2A4908FCF7D9}" dt="2026-03-04T01:48:05.492" v="689" actId="26606"/>
          <ac:spMkLst>
            <pc:docMk/>
            <pc:sldMk cId="4254478018" sldId="265"/>
            <ac:spMk id="10" creationId="{DC5FB7E8-B636-40FA-BE8D-48145C0F5C57}"/>
          </ac:spMkLst>
        </pc:spChg>
        <pc:spChg chg="add del">
          <ac:chgData name="Eliasaph Khosla" userId="43c80c7e88100d2c" providerId="LiveId" clId="{C4907E11-1774-4C63-9F18-2A4908FCF7D9}" dt="2026-03-04T01:48:05.492" v="689" actId="26606"/>
          <ac:spMkLst>
            <pc:docMk/>
            <pc:sldMk cId="4254478018" sldId="265"/>
            <ac:spMk id="12" creationId="{142DCE2C-2863-46FA-9BE7-24365A24D9BA}"/>
          </ac:spMkLst>
        </pc:spChg>
        <pc:spChg chg="add">
          <ac:chgData name="Eliasaph Khosla" userId="43c80c7e88100d2c" providerId="LiveId" clId="{C4907E11-1774-4C63-9F18-2A4908FCF7D9}" dt="2026-03-04T01:48:05.492" v="689" actId="26606"/>
          <ac:spMkLst>
            <pc:docMk/>
            <pc:sldMk cId="4254478018" sldId="265"/>
            <ac:spMk id="17" creationId="{6128F3BD-7564-4310-B528-888E64F87576}"/>
          </ac:spMkLst>
        </pc:spChg>
        <pc:spChg chg="add">
          <ac:chgData name="Eliasaph Khosla" userId="43c80c7e88100d2c" providerId="LiveId" clId="{C4907E11-1774-4C63-9F18-2A4908FCF7D9}" dt="2026-03-04T01:48:05.492" v="689" actId="26606"/>
          <ac:spMkLst>
            <pc:docMk/>
            <pc:sldMk cId="4254478018" sldId="265"/>
            <ac:spMk id="19" creationId="{82AA3C4E-019E-440F-87AB-67EFA9BE6C81}"/>
          </ac:spMkLst>
        </pc:spChg>
      </pc:sldChg>
      <pc:sldChg chg="addSp modSp new mod setBg">
        <pc:chgData name="Eliasaph Khosla" userId="43c80c7e88100d2c" providerId="LiveId" clId="{C4907E11-1774-4C63-9F18-2A4908FCF7D9}" dt="2026-03-04T01:51:04.621" v="755" actId="14100"/>
        <pc:sldMkLst>
          <pc:docMk/>
          <pc:sldMk cId="3442205560" sldId="266"/>
        </pc:sldMkLst>
        <pc:spChg chg="mod">
          <ac:chgData name="Eliasaph Khosla" userId="43c80c7e88100d2c" providerId="LiveId" clId="{C4907E11-1774-4C63-9F18-2A4908FCF7D9}" dt="2026-03-04T01:50:04.733" v="739" actId="26606"/>
          <ac:spMkLst>
            <pc:docMk/>
            <pc:sldMk cId="3442205560" sldId="266"/>
            <ac:spMk id="2" creationId="{1066F203-6238-C9E3-ABC8-0EB08A14F803}"/>
          </ac:spMkLst>
        </pc:spChg>
        <pc:spChg chg="mod">
          <ac:chgData name="Eliasaph Khosla" userId="43c80c7e88100d2c" providerId="LiveId" clId="{C4907E11-1774-4C63-9F18-2A4908FCF7D9}" dt="2026-03-04T01:51:04.621" v="755" actId="14100"/>
          <ac:spMkLst>
            <pc:docMk/>
            <pc:sldMk cId="3442205560" sldId="266"/>
            <ac:spMk id="3" creationId="{4BA80FE2-41DE-283D-6928-9C5ACAA43CCB}"/>
          </ac:spMkLst>
        </pc:spChg>
        <pc:spChg chg="add">
          <ac:chgData name="Eliasaph Khosla" userId="43c80c7e88100d2c" providerId="LiveId" clId="{C4907E11-1774-4C63-9F18-2A4908FCF7D9}" dt="2026-03-04T01:50:04.733" v="739" actId="26606"/>
          <ac:spMkLst>
            <pc:docMk/>
            <pc:sldMk cId="3442205560" sldId="266"/>
            <ac:spMk id="8" creationId="{84697CDA-BDB7-4883-B48B-1D4EDB2F0E93}"/>
          </ac:spMkLst>
        </pc:spChg>
        <pc:spChg chg="add">
          <ac:chgData name="Eliasaph Khosla" userId="43c80c7e88100d2c" providerId="LiveId" clId="{C4907E11-1774-4C63-9F18-2A4908FCF7D9}" dt="2026-03-04T01:50:04.733" v="739" actId="26606"/>
          <ac:spMkLst>
            <pc:docMk/>
            <pc:sldMk cId="3442205560" sldId="266"/>
            <ac:spMk id="10" creationId="{0DC0EC46-2230-4728-856D-F3531112101A}"/>
          </ac:spMkLst>
        </pc:spChg>
        <pc:spChg chg="add">
          <ac:chgData name="Eliasaph Khosla" userId="43c80c7e88100d2c" providerId="LiveId" clId="{C4907E11-1774-4C63-9F18-2A4908FCF7D9}" dt="2026-03-04T01:50:04.733" v="739" actId="26606"/>
          <ac:spMkLst>
            <pc:docMk/>
            <pc:sldMk cId="3442205560" sldId="266"/>
            <ac:spMk id="12" creationId="{16A12243-4887-4E89-8347-1146AE5D14FC}"/>
          </ac:spMkLst>
        </pc:spChg>
      </pc:sldChg>
      <pc:sldMasterChg chg="setBg modSldLayout">
        <pc:chgData name="Eliasaph Khosla" userId="43c80c7e88100d2c" providerId="LiveId" clId="{C4907E11-1774-4C63-9F18-2A4908FCF7D9}" dt="2026-03-04T01:35:41.456" v="573"/>
        <pc:sldMasterMkLst>
          <pc:docMk/>
          <pc:sldMasterMk cId="3770898235" sldId="2147483648"/>
        </pc:sldMasterMkLst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3931278605" sldId="2147483649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1708430535" sldId="2147483650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4233910662" sldId="2147483651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1288724520" sldId="2147483652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4097658236" sldId="2147483653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2623662854" sldId="2147483654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3952159785" sldId="2147483655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2787343380" sldId="2147483656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449541830" sldId="2147483657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2807811822" sldId="2147483658"/>
          </pc:sldLayoutMkLst>
        </pc:sldLayoutChg>
        <pc:sldLayoutChg chg="setBg">
          <pc:chgData name="Eliasaph Khosla" userId="43c80c7e88100d2c" providerId="LiveId" clId="{C4907E11-1774-4C63-9F18-2A4908FCF7D9}" dt="2026-03-04T01:35:41.456" v="573"/>
          <pc:sldLayoutMkLst>
            <pc:docMk/>
            <pc:sldMasterMk cId="3770898235" sldId="2147483648"/>
            <pc:sldLayoutMk cId="221163512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471FF-266D-4A06-996D-C5CEBC36AAB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72ECE-F088-4CFB-B515-A965A3B44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24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72ECE-F088-4CFB-B515-A965A3B4453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9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A1B9-7ADB-4CD0-8ADC-E35B8BCF7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6B360-9E3B-AAB5-FB41-BAFA25E4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A8A74-74E4-E5A0-6D52-E5281AA8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904F5-1DC1-69E1-5860-80DC0647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FE23D-8AF2-A39D-81D8-FA9290C8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27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98D0-40B9-E37E-BE16-F9494C2B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DDB74-3562-9325-7FD5-43E8C6BD3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F0F04-5813-9A74-5743-E4D9DD75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310D9-EEA9-5CD0-7ACA-FC69C733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74B55-67CA-0389-F73C-393FF17B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3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28DC-17E7-9849-D3BF-1150BAF8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BE2F8-803C-ECC3-7C6B-7D7EE266F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134E-1405-6AB2-0B6B-EB5A4D03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5361A-D90E-D084-0E49-A6060658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5AA6-9FA9-0BEB-E576-C83A6B56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91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E9E0-EB15-239B-4E1D-1EEE5ACD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C6D53-0F81-A89E-F217-6F91A4292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9C318-9675-44B4-744B-2C6014079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E35DC-0B1B-B511-05BA-F5F170F6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B7972-4A0D-64C9-12B7-684B170B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01916-BA71-4527-D071-AD1BB45F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2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77F7-BB7A-BDC0-8C66-1B7C0F00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47D38-F263-2D95-BC43-F1FE61275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59B7-1CB4-4193-071E-B1E4590E1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D33E8-726B-C465-78E8-0EC956B93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E67BF-DD33-8338-0C7B-319C0198F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E196C-3917-117D-8166-C3C5AAFF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2B100-7164-DA8C-F906-394FDFCB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45B3E-994C-EF5E-C0FA-E438BB7D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5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84AE-F97D-9BDE-F904-740FDB07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619A1-0516-6FD3-72D3-0A2E8DEC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0F123-3CA4-8864-69C9-A9038422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9E2B3-6C0B-31CC-EE60-22EE4D28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6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00E5B-0C46-60BC-452F-68E08C3C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77DF3-370A-EE7D-77EB-077FB555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ECFB1-129D-4D97-3157-8E2DEA88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E05E-4CF6-48C6-DE60-453C7F75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E807-93F2-DCE0-A111-A6EC79F48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68E43-D1B0-8BE9-3568-449AA8940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97D4E-BA5F-B5E1-8A33-43B93051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ACC3D-4DCD-745D-1CC9-D6728FD7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9A48E-C0EB-3A6E-688D-B3C91D9D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34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590D-F670-A9BC-CB1F-8D44F938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D5491-F8DE-C57A-4A19-7FD6A429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EE21D-038F-AFBC-FB88-BB263BC01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E0BF6-74C9-DEC1-FD7D-51A7941E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FEC5B-F8ED-1766-1C6D-90200458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5E8FF-695D-28D8-D393-57FF98F4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54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9375-52C6-9489-3EA6-1E72F302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BA311-21E3-2CE5-E9ED-7A2978051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F90ED-C365-0D9E-38DD-66C5C7F3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0248-89B3-12E9-998C-C78F44E3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45C9E-8818-3DEC-AB1D-91053751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1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FD125-1610-E612-5B31-89F9BB76D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D27FF-A0E5-3ED7-A030-077795AE9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E25BE-3D7C-3DF8-FECA-FA9587B3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37955-6E00-97BD-48F9-B1E6EDDC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32FAC-00A6-9F4B-9393-9A5F0B12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63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98DF08-99DD-F814-A091-71DB71FE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49DE9-C374-A437-DC0A-71941BF03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61EDC-D475-6E12-F55C-DE4BB6FCF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92423-0B88-44C0-94D1-CD4D8EA5EB2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F464-967E-F0CA-B337-16E9A42F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6596A-D88E-AF17-157D-21A660E74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9B454-1A64-4CC1-A139-566F766D8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9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262E669-7774-4EAE-BBCE-F9FFE664D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838CA9-6736-4868-BAC7-C020254B5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7463" y="1144989"/>
            <a:ext cx="9677074" cy="4048564"/>
          </a:xfrm>
          <a:custGeom>
            <a:avLst/>
            <a:gdLst>
              <a:gd name="connsiteX0" fmla="*/ 0 w 8037833"/>
              <a:gd name="connsiteY0" fmla="*/ 0 h 3771414"/>
              <a:gd name="connsiteX1" fmla="*/ 8037833 w 8037833"/>
              <a:gd name="connsiteY1" fmla="*/ 702854 h 3771414"/>
              <a:gd name="connsiteX2" fmla="*/ 8037833 w 8037833"/>
              <a:gd name="connsiteY2" fmla="*/ 3110335 h 3771414"/>
              <a:gd name="connsiteX3" fmla="*/ 8034343 w 8037833"/>
              <a:gd name="connsiteY3" fmla="*/ 3109810 h 3771414"/>
              <a:gd name="connsiteX4" fmla="*/ 7877229 w 8037833"/>
              <a:gd name="connsiteY4" fmla="*/ 3131056 h 3771414"/>
              <a:gd name="connsiteX5" fmla="*/ 7807644 w 8037833"/>
              <a:gd name="connsiteY5" fmla="*/ 3086007 h 3771414"/>
              <a:gd name="connsiteX6" fmla="*/ 7607062 w 8037833"/>
              <a:gd name="connsiteY6" fmla="*/ 3074909 h 3771414"/>
              <a:gd name="connsiteX7" fmla="*/ 7351256 w 8037833"/>
              <a:gd name="connsiteY7" fmla="*/ 3263533 h 3771414"/>
              <a:gd name="connsiteX8" fmla="*/ 7241630 w 8037833"/>
              <a:gd name="connsiteY8" fmla="*/ 3245856 h 3771414"/>
              <a:gd name="connsiteX9" fmla="*/ 7197338 w 8037833"/>
              <a:gd name="connsiteY9" fmla="*/ 3211988 h 3771414"/>
              <a:gd name="connsiteX10" fmla="*/ 7180777 w 8037833"/>
              <a:gd name="connsiteY10" fmla="*/ 3210063 h 3771414"/>
              <a:gd name="connsiteX11" fmla="*/ 7146896 w 8037833"/>
              <a:gd name="connsiteY11" fmla="*/ 3244212 h 3771414"/>
              <a:gd name="connsiteX12" fmla="*/ 7101771 w 8037833"/>
              <a:gd name="connsiteY12" fmla="*/ 3244252 h 3771414"/>
              <a:gd name="connsiteX13" fmla="*/ 7047844 w 8037833"/>
              <a:gd name="connsiteY13" fmla="*/ 3291028 h 3771414"/>
              <a:gd name="connsiteX14" fmla="*/ 6869803 w 8037833"/>
              <a:gd name="connsiteY14" fmla="*/ 3307526 h 3771414"/>
              <a:gd name="connsiteX15" fmla="*/ 6819463 w 8037833"/>
              <a:gd name="connsiteY15" fmla="*/ 3355861 h 3771414"/>
              <a:gd name="connsiteX16" fmla="*/ 6797198 w 8037833"/>
              <a:gd name="connsiteY16" fmla="*/ 3365493 h 3771414"/>
              <a:gd name="connsiteX17" fmla="*/ 6760989 w 8037833"/>
              <a:gd name="connsiteY17" fmla="*/ 3411424 h 3771414"/>
              <a:gd name="connsiteX18" fmla="*/ 6633643 w 8037833"/>
              <a:gd name="connsiteY18" fmla="*/ 3335413 h 3771414"/>
              <a:gd name="connsiteX19" fmla="*/ 6462092 w 8037833"/>
              <a:gd name="connsiteY19" fmla="*/ 3360766 h 3771414"/>
              <a:gd name="connsiteX20" fmla="*/ 6303479 w 8037833"/>
              <a:gd name="connsiteY20" fmla="*/ 3307079 h 3771414"/>
              <a:gd name="connsiteX21" fmla="*/ 6210639 w 8037833"/>
              <a:gd name="connsiteY21" fmla="*/ 3322783 h 3771414"/>
              <a:gd name="connsiteX22" fmla="*/ 6184923 w 8037833"/>
              <a:gd name="connsiteY22" fmla="*/ 3365368 h 3771414"/>
              <a:gd name="connsiteX23" fmla="*/ 5949057 w 8037833"/>
              <a:gd name="connsiteY23" fmla="*/ 3366889 h 3771414"/>
              <a:gd name="connsiteX24" fmla="*/ 5891274 w 8037833"/>
              <a:gd name="connsiteY24" fmla="*/ 3384918 h 3771414"/>
              <a:gd name="connsiteX25" fmla="*/ 5835383 w 8037833"/>
              <a:gd name="connsiteY25" fmla="*/ 3364766 h 3771414"/>
              <a:gd name="connsiteX26" fmla="*/ 5746050 w 8037833"/>
              <a:gd name="connsiteY26" fmla="*/ 3413379 h 3771414"/>
              <a:gd name="connsiteX27" fmla="*/ 5613670 w 8037833"/>
              <a:gd name="connsiteY27" fmla="*/ 3415908 h 3771414"/>
              <a:gd name="connsiteX28" fmla="*/ 5535334 w 8037833"/>
              <a:gd name="connsiteY28" fmla="*/ 3424281 h 3771414"/>
              <a:gd name="connsiteX29" fmla="*/ 5506940 w 8037833"/>
              <a:gd name="connsiteY29" fmla="*/ 3438236 h 3771414"/>
              <a:gd name="connsiteX30" fmla="*/ 5466372 w 8037833"/>
              <a:gd name="connsiteY30" fmla="*/ 3450482 h 3771414"/>
              <a:gd name="connsiteX31" fmla="*/ 5395833 w 8037833"/>
              <a:gd name="connsiteY31" fmla="*/ 3480431 h 3771414"/>
              <a:gd name="connsiteX32" fmla="*/ 5299224 w 8037833"/>
              <a:gd name="connsiteY32" fmla="*/ 3506167 h 3771414"/>
              <a:gd name="connsiteX33" fmla="*/ 5223043 w 8037833"/>
              <a:gd name="connsiteY33" fmla="*/ 3478901 h 3771414"/>
              <a:gd name="connsiteX34" fmla="*/ 5217733 w 8037833"/>
              <a:gd name="connsiteY34" fmla="*/ 3487700 h 3771414"/>
              <a:gd name="connsiteX35" fmla="*/ 5167992 w 8037833"/>
              <a:gd name="connsiteY35" fmla="*/ 3491322 h 3771414"/>
              <a:gd name="connsiteX36" fmla="*/ 4987020 w 8037833"/>
              <a:gd name="connsiteY36" fmla="*/ 3448500 h 3771414"/>
              <a:gd name="connsiteX37" fmla="*/ 4890003 w 8037833"/>
              <a:gd name="connsiteY37" fmla="*/ 3457111 h 3771414"/>
              <a:gd name="connsiteX38" fmla="*/ 4856654 w 8037833"/>
              <a:gd name="connsiteY38" fmla="*/ 3469117 h 3771414"/>
              <a:gd name="connsiteX39" fmla="*/ 4800711 w 8037833"/>
              <a:gd name="connsiteY39" fmla="*/ 3488678 h 3771414"/>
              <a:gd name="connsiteX40" fmla="*/ 4761569 w 8037833"/>
              <a:gd name="connsiteY40" fmla="*/ 3525340 h 3771414"/>
              <a:gd name="connsiteX41" fmla="*/ 4713734 w 8037833"/>
              <a:gd name="connsiteY41" fmla="*/ 3532961 h 3771414"/>
              <a:gd name="connsiteX42" fmla="*/ 4699169 w 8037833"/>
              <a:gd name="connsiteY42" fmla="*/ 3506225 h 3771414"/>
              <a:gd name="connsiteX43" fmla="*/ 4649120 w 8037833"/>
              <a:gd name="connsiteY43" fmla="*/ 3523629 h 3771414"/>
              <a:gd name="connsiteX44" fmla="*/ 4573578 w 8037833"/>
              <a:gd name="connsiteY44" fmla="*/ 3553160 h 3771414"/>
              <a:gd name="connsiteX45" fmla="*/ 4529117 w 8037833"/>
              <a:gd name="connsiteY45" fmla="*/ 3562829 h 3771414"/>
              <a:gd name="connsiteX46" fmla="*/ 4408641 w 8037833"/>
              <a:gd name="connsiteY46" fmla="*/ 3597237 h 3771414"/>
              <a:gd name="connsiteX47" fmla="*/ 4288710 w 8037833"/>
              <a:gd name="connsiteY47" fmla="*/ 3637793 h 3771414"/>
              <a:gd name="connsiteX48" fmla="*/ 4234393 w 8037833"/>
              <a:gd name="connsiteY48" fmla="*/ 3691813 h 3771414"/>
              <a:gd name="connsiteX49" fmla="*/ 4227541 w 8037833"/>
              <a:gd name="connsiteY49" fmla="*/ 3694215 h 3771414"/>
              <a:gd name="connsiteX50" fmla="*/ 4208725 w 8037833"/>
              <a:gd name="connsiteY50" fmla="*/ 3692078 h 3771414"/>
              <a:gd name="connsiteX51" fmla="*/ 4201632 w 8037833"/>
              <a:gd name="connsiteY51" fmla="*/ 3689839 h 3771414"/>
              <a:gd name="connsiteX52" fmla="*/ 4191289 w 8037833"/>
              <a:gd name="connsiteY52" fmla="*/ 3689617 h 3771414"/>
              <a:gd name="connsiteX53" fmla="*/ 4191039 w 8037833"/>
              <a:gd name="connsiteY53" fmla="*/ 3690068 h 3771414"/>
              <a:gd name="connsiteX54" fmla="*/ 4181340 w 8037833"/>
              <a:gd name="connsiteY54" fmla="*/ 3688966 h 3771414"/>
              <a:gd name="connsiteX55" fmla="*/ 4133816 w 8037833"/>
              <a:gd name="connsiteY55" fmla="*/ 3677802 h 3771414"/>
              <a:gd name="connsiteX56" fmla="*/ 4071732 w 8037833"/>
              <a:gd name="connsiteY56" fmla="*/ 3719750 h 3771414"/>
              <a:gd name="connsiteX57" fmla="*/ 4045924 w 8037833"/>
              <a:gd name="connsiteY57" fmla="*/ 3726641 h 3771414"/>
              <a:gd name="connsiteX58" fmla="*/ 4032171 w 8037833"/>
              <a:gd name="connsiteY58" fmla="*/ 3732760 h 3771414"/>
              <a:gd name="connsiteX59" fmla="*/ 4031335 w 8037833"/>
              <a:gd name="connsiteY59" fmla="*/ 3734716 h 3771414"/>
              <a:gd name="connsiteX60" fmla="*/ 3985774 w 8037833"/>
              <a:gd name="connsiteY60" fmla="*/ 3723784 h 3771414"/>
              <a:gd name="connsiteX61" fmla="*/ 3979769 w 8037833"/>
              <a:gd name="connsiteY61" fmla="*/ 3726006 h 3771414"/>
              <a:gd name="connsiteX62" fmla="*/ 3950014 w 8037833"/>
              <a:gd name="connsiteY62" fmla="*/ 3714179 h 3771414"/>
              <a:gd name="connsiteX63" fmla="*/ 3934671 w 8037833"/>
              <a:gd name="connsiteY63" fmla="*/ 3710576 h 3771414"/>
              <a:gd name="connsiteX64" fmla="*/ 3930274 w 8037833"/>
              <a:gd name="connsiteY64" fmla="*/ 3704385 h 3771414"/>
              <a:gd name="connsiteX65" fmla="*/ 3907660 w 8037833"/>
              <a:gd name="connsiteY65" fmla="*/ 3701693 h 3771414"/>
              <a:gd name="connsiteX66" fmla="*/ 3905087 w 8037833"/>
              <a:gd name="connsiteY66" fmla="*/ 3703335 h 3771414"/>
              <a:gd name="connsiteX67" fmla="*/ 3886347 w 8037833"/>
              <a:gd name="connsiteY67" fmla="*/ 3693857 h 3771414"/>
              <a:gd name="connsiteX68" fmla="*/ 3870533 w 8037833"/>
              <a:gd name="connsiteY68" fmla="*/ 3677142 h 3771414"/>
              <a:gd name="connsiteX69" fmla="*/ 3678563 w 8037833"/>
              <a:gd name="connsiteY69" fmla="*/ 3681723 h 3771414"/>
              <a:gd name="connsiteX70" fmla="*/ 3511920 w 8037833"/>
              <a:gd name="connsiteY70" fmla="*/ 3609378 h 3771414"/>
              <a:gd name="connsiteX71" fmla="*/ 3407752 w 8037833"/>
              <a:gd name="connsiteY71" fmla="*/ 3613827 h 3771414"/>
              <a:gd name="connsiteX72" fmla="*/ 3373519 w 8037833"/>
              <a:gd name="connsiteY72" fmla="*/ 3653022 h 3771414"/>
              <a:gd name="connsiteX73" fmla="*/ 3114267 w 8037833"/>
              <a:gd name="connsiteY73" fmla="*/ 3626220 h 3771414"/>
              <a:gd name="connsiteX74" fmla="*/ 3048270 w 8037833"/>
              <a:gd name="connsiteY74" fmla="*/ 3637186 h 3771414"/>
              <a:gd name="connsiteX75" fmla="*/ 2989722 w 8037833"/>
              <a:gd name="connsiteY75" fmla="*/ 3610467 h 3771414"/>
              <a:gd name="connsiteX76" fmla="*/ 2965734 w 8037833"/>
              <a:gd name="connsiteY76" fmla="*/ 3622913 h 3771414"/>
              <a:gd name="connsiteX77" fmla="*/ 2961603 w 8037833"/>
              <a:gd name="connsiteY77" fmla="*/ 3625458 h 3771414"/>
              <a:gd name="connsiteX78" fmla="*/ 2944959 w 8037833"/>
              <a:gd name="connsiteY78" fmla="*/ 3626960 h 3771414"/>
              <a:gd name="connsiteX79" fmla="*/ 2940402 w 8037833"/>
              <a:gd name="connsiteY79" fmla="*/ 3638237 h 3771414"/>
              <a:gd name="connsiteX80" fmla="*/ 2915449 w 8037833"/>
              <a:gd name="connsiteY80" fmla="*/ 3648276 h 3771414"/>
              <a:gd name="connsiteX81" fmla="*/ 2884777 w 8037833"/>
              <a:gd name="connsiteY81" fmla="*/ 3648012 h 3771414"/>
              <a:gd name="connsiteX82" fmla="*/ 2739034 w 8037833"/>
              <a:gd name="connsiteY82" fmla="*/ 3634633 h 3771414"/>
              <a:gd name="connsiteX83" fmla="*/ 2651827 w 8037833"/>
              <a:gd name="connsiteY83" fmla="*/ 3633543 h 3771414"/>
              <a:gd name="connsiteX84" fmla="*/ 2618680 w 8037833"/>
              <a:gd name="connsiteY84" fmla="*/ 3643992 h 3771414"/>
              <a:gd name="connsiteX85" fmla="*/ 2572404 w 8037833"/>
              <a:gd name="connsiteY85" fmla="*/ 3651280 h 3771414"/>
              <a:gd name="connsiteX86" fmla="*/ 2490721 w 8037833"/>
              <a:gd name="connsiteY86" fmla="*/ 3672550 h 3771414"/>
              <a:gd name="connsiteX87" fmla="*/ 2381001 w 8037833"/>
              <a:gd name="connsiteY87" fmla="*/ 3686506 h 3771414"/>
              <a:gd name="connsiteX88" fmla="*/ 2301172 w 8037833"/>
              <a:gd name="connsiteY88" fmla="*/ 3650290 h 3771414"/>
              <a:gd name="connsiteX89" fmla="*/ 2294102 w 8037833"/>
              <a:gd name="connsiteY89" fmla="*/ 3658388 h 3771414"/>
              <a:gd name="connsiteX90" fmla="*/ 2238966 w 8037833"/>
              <a:gd name="connsiteY90" fmla="*/ 3656014 h 3771414"/>
              <a:gd name="connsiteX91" fmla="*/ 2046240 w 8037833"/>
              <a:gd name="connsiteY91" fmla="*/ 3591772 h 3771414"/>
              <a:gd name="connsiteX92" fmla="*/ 1938480 w 8037833"/>
              <a:gd name="connsiteY92" fmla="*/ 3588676 h 3771414"/>
              <a:gd name="connsiteX93" fmla="*/ 1900166 w 8037833"/>
              <a:gd name="connsiteY93" fmla="*/ 3596595 h 3771414"/>
              <a:gd name="connsiteX94" fmla="*/ 1835976 w 8037833"/>
              <a:gd name="connsiteY94" fmla="*/ 3609302 h 3771414"/>
              <a:gd name="connsiteX95" fmla="*/ 1787830 w 8037833"/>
              <a:gd name="connsiteY95" fmla="*/ 3641005 h 3771414"/>
              <a:gd name="connsiteX96" fmla="*/ 1734224 w 8037833"/>
              <a:gd name="connsiteY96" fmla="*/ 3642830 h 3771414"/>
              <a:gd name="connsiteX97" fmla="*/ 1721989 w 8037833"/>
              <a:gd name="connsiteY97" fmla="*/ 3614535 h 3771414"/>
              <a:gd name="connsiteX98" fmla="*/ 1664576 w 8037833"/>
              <a:gd name="connsiteY98" fmla="*/ 3625809 h 3771414"/>
              <a:gd name="connsiteX99" fmla="*/ 1577459 w 8037833"/>
              <a:gd name="connsiteY99" fmla="*/ 3646061 h 3771414"/>
              <a:gd name="connsiteX100" fmla="*/ 1527269 w 8037833"/>
              <a:gd name="connsiteY100" fmla="*/ 3650325 h 3771414"/>
              <a:gd name="connsiteX101" fmla="*/ 1390118 w 8037833"/>
              <a:gd name="connsiteY101" fmla="*/ 3670026 h 3771414"/>
              <a:gd name="connsiteX102" fmla="*/ 1252698 w 8037833"/>
              <a:gd name="connsiteY102" fmla="*/ 3695899 h 3771414"/>
              <a:gd name="connsiteX103" fmla="*/ 1171039 w 8037833"/>
              <a:gd name="connsiteY103" fmla="*/ 3745879 h 3771414"/>
              <a:gd name="connsiteX104" fmla="*/ 1058106 w 8037833"/>
              <a:gd name="connsiteY104" fmla="*/ 3763403 h 3771414"/>
              <a:gd name="connsiteX105" fmla="*/ 1039167 w 8037833"/>
              <a:gd name="connsiteY105" fmla="*/ 3771414 h 3771414"/>
              <a:gd name="connsiteX106" fmla="*/ 1012958 w 8037833"/>
              <a:gd name="connsiteY106" fmla="*/ 3766443 h 3771414"/>
              <a:gd name="connsiteX107" fmla="*/ 907906 w 8037833"/>
              <a:gd name="connsiteY107" fmla="*/ 3744915 h 3771414"/>
              <a:gd name="connsiteX108" fmla="*/ 825226 w 8037833"/>
              <a:gd name="connsiteY108" fmla="*/ 3713606 h 3771414"/>
              <a:gd name="connsiteX109" fmla="*/ 722264 w 8037833"/>
              <a:gd name="connsiteY109" fmla="*/ 3734849 h 3771414"/>
              <a:gd name="connsiteX110" fmla="*/ 659460 w 8037833"/>
              <a:gd name="connsiteY110" fmla="*/ 3727666 h 3771414"/>
              <a:gd name="connsiteX111" fmla="*/ 556552 w 8037833"/>
              <a:gd name="connsiteY111" fmla="*/ 3685171 h 3771414"/>
              <a:gd name="connsiteX112" fmla="*/ 421042 w 8037833"/>
              <a:gd name="connsiteY112" fmla="*/ 3697149 h 3771414"/>
              <a:gd name="connsiteX113" fmla="*/ 393295 w 8037833"/>
              <a:gd name="connsiteY113" fmla="*/ 3740334 h 3771414"/>
              <a:gd name="connsiteX114" fmla="*/ 355918 w 8037833"/>
              <a:gd name="connsiteY114" fmla="*/ 3766409 h 3771414"/>
              <a:gd name="connsiteX115" fmla="*/ 339711 w 8037833"/>
              <a:gd name="connsiteY115" fmla="*/ 3705479 h 3771414"/>
              <a:gd name="connsiteX116" fmla="*/ 222239 w 8037833"/>
              <a:gd name="connsiteY116" fmla="*/ 3659572 h 3771414"/>
              <a:gd name="connsiteX117" fmla="*/ 163578 w 8037833"/>
              <a:gd name="connsiteY117" fmla="*/ 3643529 h 3771414"/>
              <a:gd name="connsiteX118" fmla="*/ 72220 w 8037833"/>
              <a:gd name="connsiteY118" fmla="*/ 3632509 h 3771414"/>
              <a:gd name="connsiteX119" fmla="*/ 44395 w 8037833"/>
              <a:gd name="connsiteY119" fmla="*/ 3626692 h 3771414"/>
              <a:gd name="connsiteX120" fmla="*/ 1962 w 8037833"/>
              <a:gd name="connsiteY120" fmla="*/ 3623185 h 3771414"/>
              <a:gd name="connsiteX121" fmla="*/ 0 w 8037833"/>
              <a:gd name="connsiteY121" fmla="*/ 3622498 h 3771414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84923 w 8037833"/>
              <a:gd name="connsiteY22" fmla="*/ 3378131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11920 w 8037833"/>
              <a:gd name="connsiteY70" fmla="*/ 3622141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381001 w 8037833"/>
              <a:gd name="connsiteY87" fmla="*/ 369926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84923 w 8037833"/>
              <a:gd name="connsiteY22" fmla="*/ 3378131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381001 w 8037833"/>
              <a:gd name="connsiteY87" fmla="*/ 369926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84923 w 8037833"/>
              <a:gd name="connsiteY22" fmla="*/ 3378131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381001 w 8037833"/>
              <a:gd name="connsiteY87" fmla="*/ 369926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84923 w 8037833"/>
              <a:gd name="connsiteY22" fmla="*/ 3378131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33643 w 8037833"/>
              <a:gd name="connsiteY18" fmla="*/ 3348176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60989 w 8037833"/>
              <a:gd name="connsiteY17" fmla="*/ 342418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869803 w 8037833"/>
              <a:gd name="connsiteY14" fmla="*/ 3320289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607062 w 8037833"/>
              <a:gd name="connsiteY6" fmla="*/ 308767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807644 w 8037833"/>
              <a:gd name="connsiteY5" fmla="*/ 3098770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88710 w 8037833"/>
              <a:gd name="connsiteY47" fmla="*/ 3650556 h 3784177"/>
              <a:gd name="connsiteX48" fmla="*/ 4234393 w 8037833"/>
              <a:gd name="connsiteY48" fmla="*/ 3704576 h 3784177"/>
              <a:gd name="connsiteX49" fmla="*/ 4227541 w 8037833"/>
              <a:gd name="connsiteY49" fmla="*/ 3706978 h 3784177"/>
              <a:gd name="connsiteX50" fmla="*/ 4208725 w 8037833"/>
              <a:gd name="connsiteY50" fmla="*/ 3704841 h 3784177"/>
              <a:gd name="connsiteX51" fmla="*/ 4201632 w 8037833"/>
              <a:gd name="connsiteY51" fmla="*/ 3702602 h 3784177"/>
              <a:gd name="connsiteX52" fmla="*/ 4191289 w 8037833"/>
              <a:gd name="connsiteY52" fmla="*/ 3702380 h 3784177"/>
              <a:gd name="connsiteX53" fmla="*/ 4191039 w 8037833"/>
              <a:gd name="connsiteY53" fmla="*/ 3702831 h 3784177"/>
              <a:gd name="connsiteX54" fmla="*/ 4181340 w 8037833"/>
              <a:gd name="connsiteY54" fmla="*/ 3701729 h 3784177"/>
              <a:gd name="connsiteX55" fmla="*/ 4133816 w 8037833"/>
              <a:gd name="connsiteY55" fmla="*/ 3690565 h 3784177"/>
              <a:gd name="connsiteX56" fmla="*/ 4071732 w 8037833"/>
              <a:gd name="connsiteY56" fmla="*/ 3732513 h 3784177"/>
              <a:gd name="connsiteX57" fmla="*/ 4045924 w 8037833"/>
              <a:gd name="connsiteY57" fmla="*/ 3739404 h 3784177"/>
              <a:gd name="connsiteX58" fmla="*/ 4032171 w 8037833"/>
              <a:gd name="connsiteY58" fmla="*/ 3745523 h 3784177"/>
              <a:gd name="connsiteX59" fmla="*/ 4031335 w 8037833"/>
              <a:gd name="connsiteY59" fmla="*/ 3747479 h 3784177"/>
              <a:gd name="connsiteX60" fmla="*/ 3985774 w 8037833"/>
              <a:gd name="connsiteY60" fmla="*/ 3736547 h 3784177"/>
              <a:gd name="connsiteX61" fmla="*/ 3979769 w 8037833"/>
              <a:gd name="connsiteY61" fmla="*/ 3738769 h 3784177"/>
              <a:gd name="connsiteX62" fmla="*/ 3950014 w 8037833"/>
              <a:gd name="connsiteY62" fmla="*/ 3726942 h 3784177"/>
              <a:gd name="connsiteX63" fmla="*/ 3934671 w 8037833"/>
              <a:gd name="connsiteY63" fmla="*/ 3723339 h 3784177"/>
              <a:gd name="connsiteX64" fmla="*/ 3930274 w 8037833"/>
              <a:gd name="connsiteY64" fmla="*/ 3717148 h 3784177"/>
              <a:gd name="connsiteX65" fmla="*/ 3907660 w 8037833"/>
              <a:gd name="connsiteY65" fmla="*/ 3714456 h 3784177"/>
              <a:gd name="connsiteX66" fmla="*/ 3905087 w 8037833"/>
              <a:gd name="connsiteY66" fmla="*/ 3716098 h 3784177"/>
              <a:gd name="connsiteX67" fmla="*/ 3886347 w 8037833"/>
              <a:gd name="connsiteY67" fmla="*/ 3706620 h 3784177"/>
              <a:gd name="connsiteX68" fmla="*/ 3870533 w 8037833"/>
              <a:gd name="connsiteY68" fmla="*/ 3689905 h 3784177"/>
              <a:gd name="connsiteX69" fmla="*/ 3678563 w 8037833"/>
              <a:gd name="connsiteY69" fmla="*/ 3694486 h 3784177"/>
              <a:gd name="connsiteX70" fmla="*/ 3524121 w 8037833"/>
              <a:gd name="connsiteY70" fmla="*/ 3642736 h 3784177"/>
              <a:gd name="connsiteX71" fmla="*/ 3407752 w 8037833"/>
              <a:gd name="connsiteY71" fmla="*/ 3626590 h 3784177"/>
              <a:gd name="connsiteX72" fmla="*/ 3373519 w 8037833"/>
              <a:gd name="connsiteY72" fmla="*/ 3665785 h 3784177"/>
              <a:gd name="connsiteX73" fmla="*/ 3114267 w 8037833"/>
              <a:gd name="connsiteY73" fmla="*/ 3638983 h 3784177"/>
              <a:gd name="connsiteX74" fmla="*/ 3048270 w 8037833"/>
              <a:gd name="connsiteY74" fmla="*/ 3649949 h 3784177"/>
              <a:gd name="connsiteX75" fmla="*/ 2989722 w 8037833"/>
              <a:gd name="connsiteY75" fmla="*/ 3623230 h 3784177"/>
              <a:gd name="connsiteX76" fmla="*/ 2965734 w 8037833"/>
              <a:gd name="connsiteY76" fmla="*/ 3635676 h 3784177"/>
              <a:gd name="connsiteX77" fmla="*/ 2961603 w 8037833"/>
              <a:gd name="connsiteY77" fmla="*/ 3638221 h 3784177"/>
              <a:gd name="connsiteX78" fmla="*/ 2944959 w 8037833"/>
              <a:gd name="connsiteY78" fmla="*/ 3639723 h 3784177"/>
              <a:gd name="connsiteX79" fmla="*/ 2940402 w 8037833"/>
              <a:gd name="connsiteY79" fmla="*/ 3651000 h 3784177"/>
              <a:gd name="connsiteX80" fmla="*/ 2915449 w 8037833"/>
              <a:gd name="connsiteY80" fmla="*/ 3661039 h 3784177"/>
              <a:gd name="connsiteX81" fmla="*/ 2884777 w 8037833"/>
              <a:gd name="connsiteY81" fmla="*/ 3660775 h 3784177"/>
              <a:gd name="connsiteX82" fmla="*/ 2739034 w 8037833"/>
              <a:gd name="connsiteY82" fmla="*/ 3647396 h 3784177"/>
              <a:gd name="connsiteX83" fmla="*/ 2651827 w 8037833"/>
              <a:gd name="connsiteY83" fmla="*/ 3646306 h 3784177"/>
              <a:gd name="connsiteX84" fmla="*/ 2618680 w 8037833"/>
              <a:gd name="connsiteY84" fmla="*/ 3656755 h 3784177"/>
              <a:gd name="connsiteX85" fmla="*/ 2572404 w 8037833"/>
              <a:gd name="connsiteY85" fmla="*/ 3664043 h 3784177"/>
              <a:gd name="connsiteX86" fmla="*/ 2490721 w 8037833"/>
              <a:gd name="connsiteY86" fmla="*/ 3685313 h 3784177"/>
              <a:gd name="connsiteX87" fmla="*/ 2423704 w 8037833"/>
              <a:gd name="connsiteY87" fmla="*/ 3658079 h 3784177"/>
              <a:gd name="connsiteX88" fmla="*/ 2301172 w 8037833"/>
              <a:gd name="connsiteY88" fmla="*/ 3663053 h 3784177"/>
              <a:gd name="connsiteX89" fmla="*/ 2294102 w 8037833"/>
              <a:gd name="connsiteY89" fmla="*/ 3671151 h 3784177"/>
              <a:gd name="connsiteX90" fmla="*/ 2238966 w 8037833"/>
              <a:gd name="connsiteY90" fmla="*/ 3668777 h 3784177"/>
              <a:gd name="connsiteX91" fmla="*/ 2046240 w 8037833"/>
              <a:gd name="connsiteY91" fmla="*/ 3604535 h 3784177"/>
              <a:gd name="connsiteX92" fmla="*/ 1938480 w 8037833"/>
              <a:gd name="connsiteY92" fmla="*/ 3601439 h 3784177"/>
              <a:gd name="connsiteX93" fmla="*/ 1900166 w 8037833"/>
              <a:gd name="connsiteY93" fmla="*/ 3609358 h 3784177"/>
              <a:gd name="connsiteX94" fmla="*/ 1835976 w 8037833"/>
              <a:gd name="connsiteY94" fmla="*/ 3622065 h 3784177"/>
              <a:gd name="connsiteX95" fmla="*/ 1787830 w 8037833"/>
              <a:gd name="connsiteY95" fmla="*/ 3653768 h 3784177"/>
              <a:gd name="connsiteX96" fmla="*/ 1734224 w 8037833"/>
              <a:gd name="connsiteY96" fmla="*/ 3655593 h 3784177"/>
              <a:gd name="connsiteX97" fmla="*/ 1721989 w 8037833"/>
              <a:gd name="connsiteY97" fmla="*/ 3627298 h 3784177"/>
              <a:gd name="connsiteX98" fmla="*/ 1664576 w 8037833"/>
              <a:gd name="connsiteY98" fmla="*/ 3638572 h 3784177"/>
              <a:gd name="connsiteX99" fmla="*/ 1577459 w 8037833"/>
              <a:gd name="connsiteY99" fmla="*/ 3658824 h 3784177"/>
              <a:gd name="connsiteX100" fmla="*/ 1527269 w 8037833"/>
              <a:gd name="connsiteY100" fmla="*/ 3663088 h 3784177"/>
              <a:gd name="connsiteX101" fmla="*/ 1390118 w 8037833"/>
              <a:gd name="connsiteY101" fmla="*/ 3682789 h 3784177"/>
              <a:gd name="connsiteX102" fmla="*/ 1252698 w 8037833"/>
              <a:gd name="connsiteY102" fmla="*/ 3708662 h 3784177"/>
              <a:gd name="connsiteX103" fmla="*/ 1171039 w 8037833"/>
              <a:gd name="connsiteY103" fmla="*/ 3758642 h 3784177"/>
              <a:gd name="connsiteX104" fmla="*/ 1058106 w 8037833"/>
              <a:gd name="connsiteY104" fmla="*/ 3776166 h 3784177"/>
              <a:gd name="connsiteX105" fmla="*/ 1039167 w 8037833"/>
              <a:gd name="connsiteY105" fmla="*/ 3784177 h 3784177"/>
              <a:gd name="connsiteX106" fmla="*/ 1012958 w 8037833"/>
              <a:gd name="connsiteY106" fmla="*/ 3779206 h 3784177"/>
              <a:gd name="connsiteX107" fmla="*/ 907906 w 8037833"/>
              <a:gd name="connsiteY107" fmla="*/ 3757678 h 3784177"/>
              <a:gd name="connsiteX108" fmla="*/ 825226 w 8037833"/>
              <a:gd name="connsiteY108" fmla="*/ 3726369 h 3784177"/>
              <a:gd name="connsiteX109" fmla="*/ 722264 w 8037833"/>
              <a:gd name="connsiteY109" fmla="*/ 3747612 h 3784177"/>
              <a:gd name="connsiteX110" fmla="*/ 659460 w 8037833"/>
              <a:gd name="connsiteY110" fmla="*/ 3740429 h 3784177"/>
              <a:gd name="connsiteX111" fmla="*/ 556552 w 8037833"/>
              <a:gd name="connsiteY111" fmla="*/ 3697934 h 3784177"/>
              <a:gd name="connsiteX112" fmla="*/ 421042 w 8037833"/>
              <a:gd name="connsiteY112" fmla="*/ 3709912 h 3784177"/>
              <a:gd name="connsiteX113" fmla="*/ 393295 w 8037833"/>
              <a:gd name="connsiteY113" fmla="*/ 3753097 h 3784177"/>
              <a:gd name="connsiteX114" fmla="*/ 355918 w 8037833"/>
              <a:gd name="connsiteY114" fmla="*/ 3779172 h 3784177"/>
              <a:gd name="connsiteX115" fmla="*/ 339711 w 8037833"/>
              <a:gd name="connsiteY115" fmla="*/ 3718242 h 3784177"/>
              <a:gd name="connsiteX116" fmla="*/ 222239 w 8037833"/>
              <a:gd name="connsiteY116" fmla="*/ 3672335 h 3784177"/>
              <a:gd name="connsiteX117" fmla="*/ 163578 w 8037833"/>
              <a:gd name="connsiteY117" fmla="*/ 3656292 h 3784177"/>
              <a:gd name="connsiteX118" fmla="*/ 72220 w 8037833"/>
              <a:gd name="connsiteY118" fmla="*/ 3645272 h 3784177"/>
              <a:gd name="connsiteX119" fmla="*/ 44395 w 8037833"/>
              <a:gd name="connsiteY119" fmla="*/ 3639455 h 3784177"/>
              <a:gd name="connsiteX120" fmla="*/ 1962 w 8037833"/>
              <a:gd name="connsiteY120" fmla="*/ 3635948 h 3784177"/>
              <a:gd name="connsiteX121" fmla="*/ 0 w 8037833"/>
              <a:gd name="connsiteY121" fmla="*/ 3635261 h 3784177"/>
              <a:gd name="connsiteX122" fmla="*/ 0 w 8037833"/>
              <a:gd name="connsiteY12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234393 w 8037833"/>
              <a:gd name="connsiteY47" fmla="*/ 3704576 h 3784177"/>
              <a:gd name="connsiteX48" fmla="*/ 4227541 w 8037833"/>
              <a:gd name="connsiteY48" fmla="*/ 3706978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697934 h 3784177"/>
              <a:gd name="connsiteX111" fmla="*/ 421042 w 8037833"/>
              <a:gd name="connsiteY111" fmla="*/ 3709912 h 3784177"/>
              <a:gd name="connsiteX112" fmla="*/ 393295 w 8037833"/>
              <a:gd name="connsiteY112" fmla="*/ 3753097 h 3784177"/>
              <a:gd name="connsiteX113" fmla="*/ 355918 w 8037833"/>
              <a:gd name="connsiteY113" fmla="*/ 3779172 h 3784177"/>
              <a:gd name="connsiteX114" fmla="*/ 339711 w 8037833"/>
              <a:gd name="connsiteY114" fmla="*/ 3718242 h 3784177"/>
              <a:gd name="connsiteX115" fmla="*/ 222239 w 8037833"/>
              <a:gd name="connsiteY115" fmla="*/ 3672335 h 3784177"/>
              <a:gd name="connsiteX116" fmla="*/ 163578 w 8037833"/>
              <a:gd name="connsiteY116" fmla="*/ 3656292 h 3784177"/>
              <a:gd name="connsiteX117" fmla="*/ 72220 w 8037833"/>
              <a:gd name="connsiteY117" fmla="*/ 3645272 h 3784177"/>
              <a:gd name="connsiteX118" fmla="*/ 44395 w 8037833"/>
              <a:gd name="connsiteY118" fmla="*/ 3639455 h 3784177"/>
              <a:gd name="connsiteX119" fmla="*/ 1962 w 8037833"/>
              <a:gd name="connsiteY119" fmla="*/ 3635948 h 3784177"/>
              <a:gd name="connsiteX120" fmla="*/ 0 w 8037833"/>
              <a:gd name="connsiteY120" fmla="*/ 3635261 h 3784177"/>
              <a:gd name="connsiteX121" fmla="*/ 0 w 8037833"/>
              <a:gd name="connsiteY121" fmla="*/ 12763 h 3784177"/>
              <a:gd name="connsiteX0" fmla="*/ 0 w 8037833"/>
              <a:gd name="connsiteY0" fmla="*/ 12763 h 3823683"/>
              <a:gd name="connsiteX1" fmla="*/ 8037833 w 8037833"/>
              <a:gd name="connsiteY1" fmla="*/ 0 h 3823683"/>
              <a:gd name="connsiteX2" fmla="*/ 8037833 w 8037833"/>
              <a:gd name="connsiteY2" fmla="*/ 3123098 h 3823683"/>
              <a:gd name="connsiteX3" fmla="*/ 8034343 w 8037833"/>
              <a:gd name="connsiteY3" fmla="*/ 3122573 h 3823683"/>
              <a:gd name="connsiteX4" fmla="*/ 7877229 w 8037833"/>
              <a:gd name="connsiteY4" fmla="*/ 3143819 h 3823683"/>
              <a:gd name="connsiteX5" fmla="*/ 7752740 w 8037833"/>
              <a:gd name="connsiteY5" fmla="*/ 3181149 h 3823683"/>
              <a:gd name="connsiteX6" fmla="*/ 7588760 w 8037833"/>
              <a:gd name="connsiteY6" fmla="*/ 3183782 h 3823683"/>
              <a:gd name="connsiteX7" fmla="*/ 7351256 w 8037833"/>
              <a:gd name="connsiteY7" fmla="*/ 3276296 h 3823683"/>
              <a:gd name="connsiteX8" fmla="*/ 7241630 w 8037833"/>
              <a:gd name="connsiteY8" fmla="*/ 3258619 h 3823683"/>
              <a:gd name="connsiteX9" fmla="*/ 7197338 w 8037833"/>
              <a:gd name="connsiteY9" fmla="*/ 3224751 h 3823683"/>
              <a:gd name="connsiteX10" fmla="*/ 7180777 w 8037833"/>
              <a:gd name="connsiteY10" fmla="*/ 3222826 h 3823683"/>
              <a:gd name="connsiteX11" fmla="*/ 7146896 w 8037833"/>
              <a:gd name="connsiteY11" fmla="*/ 3256975 h 3823683"/>
              <a:gd name="connsiteX12" fmla="*/ 7101771 w 8037833"/>
              <a:gd name="connsiteY12" fmla="*/ 3257015 h 3823683"/>
              <a:gd name="connsiteX13" fmla="*/ 7047844 w 8037833"/>
              <a:gd name="connsiteY13" fmla="*/ 3303791 h 3823683"/>
              <a:gd name="connsiteX14" fmla="*/ 6912506 w 8037833"/>
              <a:gd name="connsiteY14" fmla="*/ 3361478 h 3823683"/>
              <a:gd name="connsiteX15" fmla="*/ 6819463 w 8037833"/>
              <a:gd name="connsiteY15" fmla="*/ 3368624 h 3823683"/>
              <a:gd name="connsiteX16" fmla="*/ 6797198 w 8037833"/>
              <a:gd name="connsiteY16" fmla="*/ 3378256 h 3823683"/>
              <a:gd name="connsiteX17" fmla="*/ 6718286 w 8037833"/>
              <a:gd name="connsiteY17" fmla="*/ 3382997 h 3823683"/>
              <a:gd name="connsiteX18" fmla="*/ 6609242 w 8037833"/>
              <a:gd name="connsiteY18" fmla="*/ 3355040 h 3823683"/>
              <a:gd name="connsiteX19" fmla="*/ 6462092 w 8037833"/>
              <a:gd name="connsiteY19" fmla="*/ 3373529 h 3823683"/>
              <a:gd name="connsiteX20" fmla="*/ 6303479 w 8037833"/>
              <a:gd name="connsiteY20" fmla="*/ 3319842 h 3823683"/>
              <a:gd name="connsiteX21" fmla="*/ 6210639 w 8037833"/>
              <a:gd name="connsiteY21" fmla="*/ 3335546 h 3823683"/>
              <a:gd name="connsiteX22" fmla="*/ 6111718 w 8037833"/>
              <a:gd name="connsiteY22" fmla="*/ 3357536 h 3823683"/>
              <a:gd name="connsiteX23" fmla="*/ 5949057 w 8037833"/>
              <a:gd name="connsiteY23" fmla="*/ 3379652 h 3823683"/>
              <a:gd name="connsiteX24" fmla="*/ 5891274 w 8037833"/>
              <a:gd name="connsiteY24" fmla="*/ 3397681 h 3823683"/>
              <a:gd name="connsiteX25" fmla="*/ 5835383 w 8037833"/>
              <a:gd name="connsiteY25" fmla="*/ 3377529 h 3823683"/>
              <a:gd name="connsiteX26" fmla="*/ 5746050 w 8037833"/>
              <a:gd name="connsiteY26" fmla="*/ 3426142 h 3823683"/>
              <a:gd name="connsiteX27" fmla="*/ 5613670 w 8037833"/>
              <a:gd name="connsiteY27" fmla="*/ 3428671 h 3823683"/>
              <a:gd name="connsiteX28" fmla="*/ 5535334 w 8037833"/>
              <a:gd name="connsiteY28" fmla="*/ 3437044 h 3823683"/>
              <a:gd name="connsiteX29" fmla="*/ 5506940 w 8037833"/>
              <a:gd name="connsiteY29" fmla="*/ 3450999 h 3823683"/>
              <a:gd name="connsiteX30" fmla="*/ 5466372 w 8037833"/>
              <a:gd name="connsiteY30" fmla="*/ 3463245 h 3823683"/>
              <a:gd name="connsiteX31" fmla="*/ 5395833 w 8037833"/>
              <a:gd name="connsiteY31" fmla="*/ 3493194 h 3823683"/>
              <a:gd name="connsiteX32" fmla="*/ 5299224 w 8037833"/>
              <a:gd name="connsiteY32" fmla="*/ 3518930 h 3823683"/>
              <a:gd name="connsiteX33" fmla="*/ 5223043 w 8037833"/>
              <a:gd name="connsiteY33" fmla="*/ 3491664 h 3823683"/>
              <a:gd name="connsiteX34" fmla="*/ 5217733 w 8037833"/>
              <a:gd name="connsiteY34" fmla="*/ 3500463 h 3823683"/>
              <a:gd name="connsiteX35" fmla="*/ 5167992 w 8037833"/>
              <a:gd name="connsiteY35" fmla="*/ 3504085 h 3823683"/>
              <a:gd name="connsiteX36" fmla="*/ 4987020 w 8037833"/>
              <a:gd name="connsiteY36" fmla="*/ 3461263 h 3823683"/>
              <a:gd name="connsiteX37" fmla="*/ 4890003 w 8037833"/>
              <a:gd name="connsiteY37" fmla="*/ 3469874 h 3823683"/>
              <a:gd name="connsiteX38" fmla="*/ 4856654 w 8037833"/>
              <a:gd name="connsiteY38" fmla="*/ 3481880 h 3823683"/>
              <a:gd name="connsiteX39" fmla="*/ 4800711 w 8037833"/>
              <a:gd name="connsiteY39" fmla="*/ 3501441 h 3823683"/>
              <a:gd name="connsiteX40" fmla="*/ 4761569 w 8037833"/>
              <a:gd name="connsiteY40" fmla="*/ 3538103 h 3823683"/>
              <a:gd name="connsiteX41" fmla="*/ 4713734 w 8037833"/>
              <a:gd name="connsiteY41" fmla="*/ 3545724 h 3823683"/>
              <a:gd name="connsiteX42" fmla="*/ 4699169 w 8037833"/>
              <a:gd name="connsiteY42" fmla="*/ 3518988 h 3823683"/>
              <a:gd name="connsiteX43" fmla="*/ 4649120 w 8037833"/>
              <a:gd name="connsiteY43" fmla="*/ 3536392 h 3823683"/>
              <a:gd name="connsiteX44" fmla="*/ 4573578 w 8037833"/>
              <a:gd name="connsiteY44" fmla="*/ 3565923 h 3823683"/>
              <a:gd name="connsiteX45" fmla="*/ 4529117 w 8037833"/>
              <a:gd name="connsiteY45" fmla="*/ 3575592 h 3823683"/>
              <a:gd name="connsiteX46" fmla="*/ 4408641 w 8037833"/>
              <a:gd name="connsiteY46" fmla="*/ 3610000 h 3823683"/>
              <a:gd name="connsiteX47" fmla="*/ 4234393 w 8037833"/>
              <a:gd name="connsiteY47" fmla="*/ 3704576 h 3823683"/>
              <a:gd name="connsiteX48" fmla="*/ 4258044 w 8037833"/>
              <a:gd name="connsiteY48" fmla="*/ 3823683 h 3823683"/>
              <a:gd name="connsiteX49" fmla="*/ 4208725 w 8037833"/>
              <a:gd name="connsiteY49" fmla="*/ 3704841 h 3823683"/>
              <a:gd name="connsiteX50" fmla="*/ 4201632 w 8037833"/>
              <a:gd name="connsiteY50" fmla="*/ 3702602 h 3823683"/>
              <a:gd name="connsiteX51" fmla="*/ 4191289 w 8037833"/>
              <a:gd name="connsiteY51" fmla="*/ 3702380 h 3823683"/>
              <a:gd name="connsiteX52" fmla="*/ 4191039 w 8037833"/>
              <a:gd name="connsiteY52" fmla="*/ 3702831 h 3823683"/>
              <a:gd name="connsiteX53" fmla="*/ 4181340 w 8037833"/>
              <a:gd name="connsiteY53" fmla="*/ 3701729 h 3823683"/>
              <a:gd name="connsiteX54" fmla="*/ 4133816 w 8037833"/>
              <a:gd name="connsiteY54" fmla="*/ 3690565 h 3823683"/>
              <a:gd name="connsiteX55" fmla="*/ 4071732 w 8037833"/>
              <a:gd name="connsiteY55" fmla="*/ 3732513 h 3823683"/>
              <a:gd name="connsiteX56" fmla="*/ 4045924 w 8037833"/>
              <a:gd name="connsiteY56" fmla="*/ 3739404 h 3823683"/>
              <a:gd name="connsiteX57" fmla="*/ 4032171 w 8037833"/>
              <a:gd name="connsiteY57" fmla="*/ 3745523 h 3823683"/>
              <a:gd name="connsiteX58" fmla="*/ 4031335 w 8037833"/>
              <a:gd name="connsiteY58" fmla="*/ 3747479 h 3823683"/>
              <a:gd name="connsiteX59" fmla="*/ 3985774 w 8037833"/>
              <a:gd name="connsiteY59" fmla="*/ 3736547 h 3823683"/>
              <a:gd name="connsiteX60" fmla="*/ 3979769 w 8037833"/>
              <a:gd name="connsiteY60" fmla="*/ 3738769 h 3823683"/>
              <a:gd name="connsiteX61" fmla="*/ 3950014 w 8037833"/>
              <a:gd name="connsiteY61" fmla="*/ 3726942 h 3823683"/>
              <a:gd name="connsiteX62" fmla="*/ 3934671 w 8037833"/>
              <a:gd name="connsiteY62" fmla="*/ 3723339 h 3823683"/>
              <a:gd name="connsiteX63" fmla="*/ 3930274 w 8037833"/>
              <a:gd name="connsiteY63" fmla="*/ 3717148 h 3823683"/>
              <a:gd name="connsiteX64" fmla="*/ 3907660 w 8037833"/>
              <a:gd name="connsiteY64" fmla="*/ 3714456 h 3823683"/>
              <a:gd name="connsiteX65" fmla="*/ 3905087 w 8037833"/>
              <a:gd name="connsiteY65" fmla="*/ 3716098 h 3823683"/>
              <a:gd name="connsiteX66" fmla="*/ 3886347 w 8037833"/>
              <a:gd name="connsiteY66" fmla="*/ 3706620 h 3823683"/>
              <a:gd name="connsiteX67" fmla="*/ 3870533 w 8037833"/>
              <a:gd name="connsiteY67" fmla="*/ 3689905 h 3823683"/>
              <a:gd name="connsiteX68" fmla="*/ 3678563 w 8037833"/>
              <a:gd name="connsiteY68" fmla="*/ 3694486 h 3823683"/>
              <a:gd name="connsiteX69" fmla="*/ 3524121 w 8037833"/>
              <a:gd name="connsiteY69" fmla="*/ 3642736 h 3823683"/>
              <a:gd name="connsiteX70" fmla="*/ 3407752 w 8037833"/>
              <a:gd name="connsiteY70" fmla="*/ 3626590 h 3823683"/>
              <a:gd name="connsiteX71" fmla="*/ 3373519 w 8037833"/>
              <a:gd name="connsiteY71" fmla="*/ 3665785 h 3823683"/>
              <a:gd name="connsiteX72" fmla="*/ 3114267 w 8037833"/>
              <a:gd name="connsiteY72" fmla="*/ 3638983 h 3823683"/>
              <a:gd name="connsiteX73" fmla="*/ 3048270 w 8037833"/>
              <a:gd name="connsiteY73" fmla="*/ 3649949 h 3823683"/>
              <a:gd name="connsiteX74" fmla="*/ 2989722 w 8037833"/>
              <a:gd name="connsiteY74" fmla="*/ 3623230 h 3823683"/>
              <a:gd name="connsiteX75" fmla="*/ 2965734 w 8037833"/>
              <a:gd name="connsiteY75" fmla="*/ 3635676 h 3823683"/>
              <a:gd name="connsiteX76" fmla="*/ 2961603 w 8037833"/>
              <a:gd name="connsiteY76" fmla="*/ 3638221 h 3823683"/>
              <a:gd name="connsiteX77" fmla="*/ 2944959 w 8037833"/>
              <a:gd name="connsiteY77" fmla="*/ 3639723 h 3823683"/>
              <a:gd name="connsiteX78" fmla="*/ 2940402 w 8037833"/>
              <a:gd name="connsiteY78" fmla="*/ 3651000 h 3823683"/>
              <a:gd name="connsiteX79" fmla="*/ 2915449 w 8037833"/>
              <a:gd name="connsiteY79" fmla="*/ 3661039 h 3823683"/>
              <a:gd name="connsiteX80" fmla="*/ 2884777 w 8037833"/>
              <a:gd name="connsiteY80" fmla="*/ 3660775 h 3823683"/>
              <a:gd name="connsiteX81" fmla="*/ 2739034 w 8037833"/>
              <a:gd name="connsiteY81" fmla="*/ 3647396 h 3823683"/>
              <a:gd name="connsiteX82" fmla="*/ 2651827 w 8037833"/>
              <a:gd name="connsiteY82" fmla="*/ 3646306 h 3823683"/>
              <a:gd name="connsiteX83" fmla="*/ 2618680 w 8037833"/>
              <a:gd name="connsiteY83" fmla="*/ 3656755 h 3823683"/>
              <a:gd name="connsiteX84" fmla="*/ 2572404 w 8037833"/>
              <a:gd name="connsiteY84" fmla="*/ 3664043 h 3823683"/>
              <a:gd name="connsiteX85" fmla="*/ 2490721 w 8037833"/>
              <a:gd name="connsiteY85" fmla="*/ 3685313 h 3823683"/>
              <a:gd name="connsiteX86" fmla="*/ 2423704 w 8037833"/>
              <a:gd name="connsiteY86" fmla="*/ 3658079 h 3823683"/>
              <a:gd name="connsiteX87" fmla="*/ 2301172 w 8037833"/>
              <a:gd name="connsiteY87" fmla="*/ 3663053 h 3823683"/>
              <a:gd name="connsiteX88" fmla="*/ 2294102 w 8037833"/>
              <a:gd name="connsiteY88" fmla="*/ 3671151 h 3823683"/>
              <a:gd name="connsiteX89" fmla="*/ 2238966 w 8037833"/>
              <a:gd name="connsiteY89" fmla="*/ 3668777 h 3823683"/>
              <a:gd name="connsiteX90" fmla="*/ 2046240 w 8037833"/>
              <a:gd name="connsiteY90" fmla="*/ 3604535 h 3823683"/>
              <a:gd name="connsiteX91" fmla="*/ 1938480 w 8037833"/>
              <a:gd name="connsiteY91" fmla="*/ 3601439 h 3823683"/>
              <a:gd name="connsiteX92" fmla="*/ 1900166 w 8037833"/>
              <a:gd name="connsiteY92" fmla="*/ 3609358 h 3823683"/>
              <a:gd name="connsiteX93" fmla="*/ 1835976 w 8037833"/>
              <a:gd name="connsiteY93" fmla="*/ 3622065 h 3823683"/>
              <a:gd name="connsiteX94" fmla="*/ 1787830 w 8037833"/>
              <a:gd name="connsiteY94" fmla="*/ 3653768 h 3823683"/>
              <a:gd name="connsiteX95" fmla="*/ 1734224 w 8037833"/>
              <a:gd name="connsiteY95" fmla="*/ 3655593 h 3823683"/>
              <a:gd name="connsiteX96" fmla="*/ 1721989 w 8037833"/>
              <a:gd name="connsiteY96" fmla="*/ 3627298 h 3823683"/>
              <a:gd name="connsiteX97" fmla="*/ 1664576 w 8037833"/>
              <a:gd name="connsiteY97" fmla="*/ 3638572 h 3823683"/>
              <a:gd name="connsiteX98" fmla="*/ 1577459 w 8037833"/>
              <a:gd name="connsiteY98" fmla="*/ 3658824 h 3823683"/>
              <a:gd name="connsiteX99" fmla="*/ 1527269 w 8037833"/>
              <a:gd name="connsiteY99" fmla="*/ 3663088 h 3823683"/>
              <a:gd name="connsiteX100" fmla="*/ 1390118 w 8037833"/>
              <a:gd name="connsiteY100" fmla="*/ 3682789 h 3823683"/>
              <a:gd name="connsiteX101" fmla="*/ 1252698 w 8037833"/>
              <a:gd name="connsiteY101" fmla="*/ 3708662 h 3823683"/>
              <a:gd name="connsiteX102" fmla="*/ 1171039 w 8037833"/>
              <a:gd name="connsiteY102" fmla="*/ 3758642 h 3823683"/>
              <a:gd name="connsiteX103" fmla="*/ 1058106 w 8037833"/>
              <a:gd name="connsiteY103" fmla="*/ 3776166 h 3823683"/>
              <a:gd name="connsiteX104" fmla="*/ 1039167 w 8037833"/>
              <a:gd name="connsiteY104" fmla="*/ 3784177 h 3823683"/>
              <a:gd name="connsiteX105" fmla="*/ 1012958 w 8037833"/>
              <a:gd name="connsiteY105" fmla="*/ 3779206 h 3823683"/>
              <a:gd name="connsiteX106" fmla="*/ 907906 w 8037833"/>
              <a:gd name="connsiteY106" fmla="*/ 3757678 h 3823683"/>
              <a:gd name="connsiteX107" fmla="*/ 825226 w 8037833"/>
              <a:gd name="connsiteY107" fmla="*/ 3726369 h 3823683"/>
              <a:gd name="connsiteX108" fmla="*/ 722264 w 8037833"/>
              <a:gd name="connsiteY108" fmla="*/ 3747612 h 3823683"/>
              <a:gd name="connsiteX109" fmla="*/ 659460 w 8037833"/>
              <a:gd name="connsiteY109" fmla="*/ 3740429 h 3823683"/>
              <a:gd name="connsiteX110" fmla="*/ 556552 w 8037833"/>
              <a:gd name="connsiteY110" fmla="*/ 3697934 h 3823683"/>
              <a:gd name="connsiteX111" fmla="*/ 421042 w 8037833"/>
              <a:gd name="connsiteY111" fmla="*/ 3709912 h 3823683"/>
              <a:gd name="connsiteX112" fmla="*/ 393295 w 8037833"/>
              <a:gd name="connsiteY112" fmla="*/ 3753097 h 3823683"/>
              <a:gd name="connsiteX113" fmla="*/ 355918 w 8037833"/>
              <a:gd name="connsiteY113" fmla="*/ 3779172 h 3823683"/>
              <a:gd name="connsiteX114" fmla="*/ 339711 w 8037833"/>
              <a:gd name="connsiteY114" fmla="*/ 3718242 h 3823683"/>
              <a:gd name="connsiteX115" fmla="*/ 222239 w 8037833"/>
              <a:gd name="connsiteY115" fmla="*/ 3672335 h 3823683"/>
              <a:gd name="connsiteX116" fmla="*/ 163578 w 8037833"/>
              <a:gd name="connsiteY116" fmla="*/ 3656292 h 3823683"/>
              <a:gd name="connsiteX117" fmla="*/ 72220 w 8037833"/>
              <a:gd name="connsiteY117" fmla="*/ 3645272 h 3823683"/>
              <a:gd name="connsiteX118" fmla="*/ 44395 w 8037833"/>
              <a:gd name="connsiteY118" fmla="*/ 3639455 h 3823683"/>
              <a:gd name="connsiteX119" fmla="*/ 1962 w 8037833"/>
              <a:gd name="connsiteY119" fmla="*/ 3635948 h 3823683"/>
              <a:gd name="connsiteX120" fmla="*/ 0 w 8037833"/>
              <a:gd name="connsiteY120" fmla="*/ 3635261 h 3823683"/>
              <a:gd name="connsiteX121" fmla="*/ 0 w 8037833"/>
              <a:gd name="connsiteY121" fmla="*/ 12763 h 3823683"/>
              <a:gd name="connsiteX0" fmla="*/ 0 w 8037833"/>
              <a:gd name="connsiteY0" fmla="*/ 12763 h 3823683"/>
              <a:gd name="connsiteX1" fmla="*/ 8037833 w 8037833"/>
              <a:gd name="connsiteY1" fmla="*/ 0 h 3823683"/>
              <a:gd name="connsiteX2" fmla="*/ 8037833 w 8037833"/>
              <a:gd name="connsiteY2" fmla="*/ 3123098 h 3823683"/>
              <a:gd name="connsiteX3" fmla="*/ 8034343 w 8037833"/>
              <a:gd name="connsiteY3" fmla="*/ 3122573 h 3823683"/>
              <a:gd name="connsiteX4" fmla="*/ 7877229 w 8037833"/>
              <a:gd name="connsiteY4" fmla="*/ 3143819 h 3823683"/>
              <a:gd name="connsiteX5" fmla="*/ 7752740 w 8037833"/>
              <a:gd name="connsiteY5" fmla="*/ 3181149 h 3823683"/>
              <a:gd name="connsiteX6" fmla="*/ 7588760 w 8037833"/>
              <a:gd name="connsiteY6" fmla="*/ 3183782 h 3823683"/>
              <a:gd name="connsiteX7" fmla="*/ 7351256 w 8037833"/>
              <a:gd name="connsiteY7" fmla="*/ 3276296 h 3823683"/>
              <a:gd name="connsiteX8" fmla="*/ 7241630 w 8037833"/>
              <a:gd name="connsiteY8" fmla="*/ 3258619 h 3823683"/>
              <a:gd name="connsiteX9" fmla="*/ 7197338 w 8037833"/>
              <a:gd name="connsiteY9" fmla="*/ 3224751 h 3823683"/>
              <a:gd name="connsiteX10" fmla="*/ 7180777 w 8037833"/>
              <a:gd name="connsiteY10" fmla="*/ 3222826 h 3823683"/>
              <a:gd name="connsiteX11" fmla="*/ 7146896 w 8037833"/>
              <a:gd name="connsiteY11" fmla="*/ 3256975 h 3823683"/>
              <a:gd name="connsiteX12" fmla="*/ 7101771 w 8037833"/>
              <a:gd name="connsiteY12" fmla="*/ 3257015 h 3823683"/>
              <a:gd name="connsiteX13" fmla="*/ 7047844 w 8037833"/>
              <a:gd name="connsiteY13" fmla="*/ 3303791 h 3823683"/>
              <a:gd name="connsiteX14" fmla="*/ 6912506 w 8037833"/>
              <a:gd name="connsiteY14" fmla="*/ 3361478 h 3823683"/>
              <a:gd name="connsiteX15" fmla="*/ 6819463 w 8037833"/>
              <a:gd name="connsiteY15" fmla="*/ 3368624 h 3823683"/>
              <a:gd name="connsiteX16" fmla="*/ 6797198 w 8037833"/>
              <a:gd name="connsiteY16" fmla="*/ 3378256 h 3823683"/>
              <a:gd name="connsiteX17" fmla="*/ 6718286 w 8037833"/>
              <a:gd name="connsiteY17" fmla="*/ 3382997 h 3823683"/>
              <a:gd name="connsiteX18" fmla="*/ 6609242 w 8037833"/>
              <a:gd name="connsiteY18" fmla="*/ 3355040 h 3823683"/>
              <a:gd name="connsiteX19" fmla="*/ 6462092 w 8037833"/>
              <a:gd name="connsiteY19" fmla="*/ 3373529 h 3823683"/>
              <a:gd name="connsiteX20" fmla="*/ 6303479 w 8037833"/>
              <a:gd name="connsiteY20" fmla="*/ 3319842 h 3823683"/>
              <a:gd name="connsiteX21" fmla="*/ 6210639 w 8037833"/>
              <a:gd name="connsiteY21" fmla="*/ 3335546 h 3823683"/>
              <a:gd name="connsiteX22" fmla="*/ 6111718 w 8037833"/>
              <a:gd name="connsiteY22" fmla="*/ 3357536 h 3823683"/>
              <a:gd name="connsiteX23" fmla="*/ 5949057 w 8037833"/>
              <a:gd name="connsiteY23" fmla="*/ 3379652 h 3823683"/>
              <a:gd name="connsiteX24" fmla="*/ 5891274 w 8037833"/>
              <a:gd name="connsiteY24" fmla="*/ 3397681 h 3823683"/>
              <a:gd name="connsiteX25" fmla="*/ 5835383 w 8037833"/>
              <a:gd name="connsiteY25" fmla="*/ 3377529 h 3823683"/>
              <a:gd name="connsiteX26" fmla="*/ 5746050 w 8037833"/>
              <a:gd name="connsiteY26" fmla="*/ 3426142 h 3823683"/>
              <a:gd name="connsiteX27" fmla="*/ 5613670 w 8037833"/>
              <a:gd name="connsiteY27" fmla="*/ 3428671 h 3823683"/>
              <a:gd name="connsiteX28" fmla="*/ 5535334 w 8037833"/>
              <a:gd name="connsiteY28" fmla="*/ 3437044 h 3823683"/>
              <a:gd name="connsiteX29" fmla="*/ 5506940 w 8037833"/>
              <a:gd name="connsiteY29" fmla="*/ 3450999 h 3823683"/>
              <a:gd name="connsiteX30" fmla="*/ 5466372 w 8037833"/>
              <a:gd name="connsiteY30" fmla="*/ 3463245 h 3823683"/>
              <a:gd name="connsiteX31" fmla="*/ 5395833 w 8037833"/>
              <a:gd name="connsiteY31" fmla="*/ 3493194 h 3823683"/>
              <a:gd name="connsiteX32" fmla="*/ 5299224 w 8037833"/>
              <a:gd name="connsiteY32" fmla="*/ 3518930 h 3823683"/>
              <a:gd name="connsiteX33" fmla="*/ 5223043 w 8037833"/>
              <a:gd name="connsiteY33" fmla="*/ 3491664 h 3823683"/>
              <a:gd name="connsiteX34" fmla="*/ 5217733 w 8037833"/>
              <a:gd name="connsiteY34" fmla="*/ 3500463 h 3823683"/>
              <a:gd name="connsiteX35" fmla="*/ 5167992 w 8037833"/>
              <a:gd name="connsiteY35" fmla="*/ 3504085 h 3823683"/>
              <a:gd name="connsiteX36" fmla="*/ 4987020 w 8037833"/>
              <a:gd name="connsiteY36" fmla="*/ 3461263 h 3823683"/>
              <a:gd name="connsiteX37" fmla="*/ 4890003 w 8037833"/>
              <a:gd name="connsiteY37" fmla="*/ 3469874 h 3823683"/>
              <a:gd name="connsiteX38" fmla="*/ 4856654 w 8037833"/>
              <a:gd name="connsiteY38" fmla="*/ 3481880 h 3823683"/>
              <a:gd name="connsiteX39" fmla="*/ 4800711 w 8037833"/>
              <a:gd name="connsiteY39" fmla="*/ 3501441 h 3823683"/>
              <a:gd name="connsiteX40" fmla="*/ 4761569 w 8037833"/>
              <a:gd name="connsiteY40" fmla="*/ 3538103 h 3823683"/>
              <a:gd name="connsiteX41" fmla="*/ 4713734 w 8037833"/>
              <a:gd name="connsiteY41" fmla="*/ 3545724 h 3823683"/>
              <a:gd name="connsiteX42" fmla="*/ 4699169 w 8037833"/>
              <a:gd name="connsiteY42" fmla="*/ 3518988 h 3823683"/>
              <a:gd name="connsiteX43" fmla="*/ 4649120 w 8037833"/>
              <a:gd name="connsiteY43" fmla="*/ 3536392 h 3823683"/>
              <a:gd name="connsiteX44" fmla="*/ 4573578 w 8037833"/>
              <a:gd name="connsiteY44" fmla="*/ 3565923 h 3823683"/>
              <a:gd name="connsiteX45" fmla="*/ 4529117 w 8037833"/>
              <a:gd name="connsiteY45" fmla="*/ 3575592 h 3823683"/>
              <a:gd name="connsiteX46" fmla="*/ 4408641 w 8037833"/>
              <a:gd name="connsiteY46" fmla="*/ 3610000 h 3823683"/>
              <a:gd name="connsiteX47" fmla="*/ 4356402 w 8037833"/>
              <a:gd name="connsiteY47" fmla="*/ 3642792 h 3823683"/>
              <a:gd name="connsiteX48" fmla="*/ 4258044 w 8037833"/>
              <a:gd name="connsiteY48" fmla="*/ 3823683 h 3823683"/>
              <a:gd name="connsiteX49" fmla="*/ 4208725 w 8037833"/>
              <a:gd name="connsiteY49" fmla="*/ 3704841 h 3823683"/>
              <a:gd name="connsiteX50" fmla="*/ 4201632 w 8037833"/>
              <a:gd name="connsiteY50" fmla="*/ 3702602 h 3823683"/>
              <a:gd name="connsiteX51" fmla="*/ 4191289 w 8037833"/>
              <a:gd name="connsiteY51" fmla="*/ 3702380 h 3823683"/>
              <a:gd name="connsiteX52" fmla="*/ 4191039 w 8037833"/>
              <a:gd name="connsiteY52" fmla="*/ 3702831 h 3823683"/>
              <a:gd name="connsiteX53" fmla="*/ 4181340 w 8037833"/>
              <a:gd name="connsiteY53" fmla="*/ 3701729 h 3823683"/>
              <a:gd name="connsiteX54" fmla="*/ 4133816 w 8037833"/>
              <a:gd name="connsiteY54" fmla="*/ 3690565 h 3823683"/>
              <a:gd name="connsiteX55" fmla="*/ 4071732 w 8037833"/>
              <a:gd name="connsiteY55" fmla="*/ 3732513 h 3823683"/>
              <a:gd name="connsiteX56" fmla="*/ 4045924 w 8037833"/>
              <a:gd name="connsiteY56" fmla="*/ 3739404 h 3823683"/>
              <a:gd name="connsiteX57" fmla="*/ 4032171 w 8037833"/>
              <a:gd name="connsiteY57" fmla="*/ 3745523 h 3823683"/>
              <a:gd name="connsiteX58" fmla="*/ 4031335 w 8037833"/>
              <a:gd name="connsiteY58" fmla="*/ 3747479 h 3823683"/>
              <a:gd name="connsiteX59" fmla="*/ 3985774 w 8037833"/>
              <a:gd name="connsiteY59" fmla="*/ 3736547 h 3823683"/>
              <a:gd name="connsiteX60" fmla="*/ 3979769 w 8037833"/>
              <a:gd name="connsiteY60" fmla="*/ 3738769 h 3823683"/>
              <a:gd name="connsiteX61" fmla="*/ 3950014 w 8037833"/>
              <a:gd name="connsiteY61" fmla="*/ 3726942 h 3823683"/>
              <a:gd name="connsiteX62" fmla="*/ 3934671 w 8037833"/>
              <a:gd name="connsiteY62" fmla="*/ 3723339 h 3823683"/>
              <a:gd name="connsiteX63" fmla="*/ 3930274 w 8037833"/>
              <a:gd name="connsiteY63" fmla="*/ 3717148 h 3823683"/>
              <a:gd name="connsiteX64" fmla="*/ 3907660 w 8037833"/>
              <a:gd name="connsiteY64" fmla="*/ 3714456 h 3823683"/>
              <a:gd name="connsiteX65" fmla="*/ 3905087 w 8037833"/>
              <a:gd name="connsiteY65" fmla="*/ 3716098 h 3823683"/>
              <a:gd name="connsiteX66" fmla="*/ 3886347 w 8037833"/>
              <a:gd name="connsiteY66" fmla="*/ 3706620 h 3823683"/>
              <a:gd name="connsiteX67" fmla="*/ 3870533 w 8037833"/>
              <a:gd name="connsiteY67" fmla="*/ 3689905 h 3823683"/>
              <a:gd name="connsiteX68" fmla="*/ 3678563 w 8037833"/>
              <a:gd name="connsiteY68" fmla="*/ 3694486 h 3823683"/>
              <a:gd name="connsiteX69" fmla="*/ 3524121 w 8037833"/>
              <a:gd name="connsiteY69" fmla="*/ 3642736 h 3823683"/>
              <a:gd name="connsiteX70" fmla="*/ 3407752 w 8037833"/>
              <a:gd name="connsiteY70" fmla="*/ 3626590 h 3823683"/>
              <a:gd name="connsiteX71" fmla="*/ 3373519 w 8037833"/>
              <a:gd name="connsiteY71" fmla="*/ 3665785 h 3823683"/>
              <a:gd name="connsiteX72" fmla="*/ 3114267 w 8037833"/>
              <a:gd name="connsiteY72" fmla="*/ 3638983 h 3823683"/>
              <a:gd name="connsiteX73" fmla="*/ 3048270 w 8037833"/>
              <a:gd name="connsiteY73" fmla="*/ 3649949 h 3823683"/>
              <a:gd name="connsiteX74" fmla="*/ 2989722 w 8037833"/>
              <a:gd name="connsiteY74" fmla="*/ 3623230 h 3823683"/>
              <a:gd name="connsiteX75" fmla="*/ 2965734 w 8037833"/>
              <a:gd name="connsiteY75" fmla="*/ 3635676 h 3823683"/>
              <a:gd name="connsiteX76" fmla="*/ 2961603 w 8037833"/>
              <a:gd name="connsiteY76" fmla="*/ 3638221 h 3823683"/>
              <a:gd name="connsiteX77" fmla="*/ 2944959 w 8037833"/>
              <a:gd name="connsiteY77" fmla="*/ 3639723 h 3823683"/>
              <a:gd name="connsiteX78" fmla="*/ 2940402 w 8037833"/>
              <a:gd name="connsiteY78" fmla="*/ 3651000 h 3823683"/>
              <a:gd name="connsiteX79" fmla="*/ 2915449 w 8037833"/>
              <a:gd name="connsiteY79" fmla="*/ 3661039 h 3823683"/>
              <a:gd name="connsiteX80" fmla="*/ 2884777 w 8037833"/>
              <a:gd name="connsiteY80" fmla="*/ 3660775 h 3823683"/>
              <a:gd name="connsiteX81" fmla="*/ 2739034 w 8037833"/>
              <a:gd name="connsiteY81" fmla="*/ 3647396 h 3823683"/>
              <a:gd name="connsiteX82" fmla="*/ 2651827 w 8037833"/>
              <a:gd name="connsiteY82" fmla="*/ 3646306 h 3823683"/>
              <a:gd name="connsiteX83" fmla="*/ 2618680 w 8037833"/>
              <a:gd name="connsiteY83" fmla="*/ 3656755 h 3823683"/>
              <a:gd name="connsiteX84" fmla="*/ 2572404 w 8037833"/>
              <a:gd name="connsiteY84" fmla="*/ 3664043 h 3823683"/>
              <a:gd name="connsiteX85" fmla="*/ 2490721 w 8037833"/>
              <a:gd name="connsiteY85" fmla="*/ 3685313 h 3823683"/>
              <a:gd name="connsiteX86" fmla="*/ 2423704 w 8037833"/>
              <a:gd name="connsiteY86" fmla="*/ 3658079 h 3823683"/>
              <a:gd name="connsiteX87" fmla="*/ 2301172 w 8037833"/>
              <a:gd name="connsiteY87" fmla="*/ 3663053 h 3823683"/>
              <a:gd name="connsiteX88" fmla="*/ 2294102 w 8037833"/>
              <a:gd name="connsiteY88" fmla="*/ 3671151 h 3823683"/>
              <a:gd name="connsiteX89" fmla="*/ 2238966 w 8037833"/>
              <a:gd name="connsiteY89" fmla="*/ 3668777 h 3823683"/>
              <a:gd name="connsiteX90" fmla="*/ 2046240 w 8037833"/>
              <a:gd name="connsiteY90" fmla="*/ 3604535 h 3823683"/>
              <a:gd name="connsiteX91" fmla="*/ 1938480 w 8037833"/>
              <a:gd name="connsiteY91" fmla="*/ 3601439 h 3823683"/>
              <a:gd name="connsiteX92" fmla="*/ 1900166 w 8037833"/>
              <a:gd name="connsiteY92" fmla="*/ 3609358 h 3823683"/>
              <a:gd name="connsiteX93" fmla="*/ 1835976 w 8037833"/>
              <a:gd name="connsiteY93" fmla="*/ 3622065 h 3823683"/>
              <a:gd name="connsiteX94" fmla="*/ 1787830 w 8037833"/>
              <a:gd name="connsiteY94" fmla="*/ 3653768 h 3823683"/>
              <a:gd name="connsiteX95" fmla="*/ 1734224 w 8037833"/>
              <a:gd name="connsiteY95" fmla="*/ 3655593 h 3823683"/>
              <a:gd name="connsiteX96" fmla="*/ 1721989 w 8037833"/>
              <a:gd name="connsiteY96" fmla="*/ 3627298 h 3823683"/>
              <a:gd name="connsiteX97" fmla="*/ 1664576 w 8037833"/>
              <a:gd name="connsiteY97" fmla="*/ 3638572 h 3823683"/>
              <a:gd name="connsiteX98" fmla="*/ 1577459 w 8037833"/>
              <a:gd name="connsiteY98" fmla="*/ 3658824 h 3823683"/>
              <a:gd name="connsiteX99" fmla="*/ 1527269 w 8037833"/>
              <a:gd name="connsiteY99" fmla="*/ 3663088 h 3823683"/>
              <a:gd name="connsiteX100" fmla="*/ 1390118 w 8037833"/>
              <a:gd name="connsiteY100" fmla="*/ 3682789 h 3823683"/>
              <a:gd name="connsiteX101" fmla="*/ 1252698 w 8037833"/>
              <a:gd name="connsiteY101" fmla="*/ 3708662 h 3823683"/>
              <a:gd name="connsiteX102" fmla="*/ 1171039 w 8037833"/>
              <a:gd name="connsiteY102" fmla="*/ 3758642 h 3823683"/>
              <a:gd name="connsiteX103" fmla="*/ 1058106 w 8037833"/>
              <a:gd name="connsiteY103" fmla="*/ 3776166 h 3823683"/>
              <a:gd name="connsiteX104" fmla="*/ 1039167 w 8037833"/>
              <a:gd name="connsiteY104" fmla="*/ 3784177 h 3823683"/>
              <a:gd name="connsiteX105" fmla="*/ 1012958 w 8037833"/>
              <a:gd name="connsiteY105" fmla="*/ 3779206 h 3823683"/>
              <a:gd name="connsiteX106" fmla="*/ 907906 w 8037833"/>
              <a:gd name="connsiteY106" fmla="*/ 3757678 h 3823683"/>
              <a:gd name="connsiteX107" fmla="*/ 825226 w 8037833"/>
              <a:gd name="connsiteY107" fmla="*/ 3726369 h 3823683"/>
              <a:gd name="connsiteX108" fmla="*/ 722264 w 8037833"/>
              <a:gd name="connsiteY108" fmla="*/ 3747612 h 3823683"/>
              <a:gd name="connsiteX109" fmla="*/ 659460 w 8037833"/>
              <a:gd name="connsiteY109" fmla="*/ 3740429 h 3823683"/>
              <a:gd name="connsiteX110" fmla="*/ 556552 w 8037833"/>
              <a:gd name="connsiteY110" fmla="*/ 3697934 h 3823683"/>
              <a:gd name="connsiteX111" fmla="*/ 421042 w 8037833"/>
              <a:gd name="connsiteY111" fmla="*/ 3709912 h 3823683"/>
              <a:gd name="connsiteX112" fmla="*/ 393295 w 8037833"/>
              <a:gd name="connsiteY112" fmla="*/ 3753097 h 3823683"/>
              <a:gd name="connsiteX113" fmla="*/ 355918 w 8037833"/>
              <a:gd name="connsiteY113" fmla="*/ 3779172 h 3823683"/>
              <a:gd name="connsiteX114" fmla="*/ 339711 w 8037833"/>
              <a:gd name="connsiteY114" fmla="*/ 3718242 h 3823683"/>
              <a:gd name="connsiteX115" fmla="*/ 222239 w 8037833"/>
              <a:gd name="connsiteY115" fmla="*/ 3672335 h 3823683"/>
              <a:gd name="connsiteX116" fmla="*/ 163578 w 8037833"/>
              <a:gd name="connsiteY116" fmla="*/ 3656292 h 3823683"/>
              <a:gd name="connsiteX117" fmla="*/ 72220 w 8037833"/>
              <a:gd name="connsiteY117" fmla="*/ 3645272 h 3823683"/>
              <a:gd name="connsiteX118" fmla="*/ 44395 w 8037833"/>
              <a:gd name="connsiteY118" fmla="*/ 3639455 h 3823683"/>
              <a:gd name="connsiteX119" fmla="*/ 1962 w 8037833"/>
              <a:gd name="connsiteY119" fmla="*/ 3635948 h 3823683"/>
              <a:gd name="connsiteX120" fmla="*/ 0 w 8037833"/>
              <a:gd name="connsiteY120" fmla="*/ 3635261 h 3823683"/>
              <a:gd name="connsiteX121" fmla="*/ 0 w 8037833"/>
              <a:gd name="connsiteY121" fmla="*/ 12763 h 3823683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299224 w 8037833"/>
              <a:gd name="connsiteY32" fmla="*/ 351893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697934 h 3784177"/>
              <a:gd name="connsiteX111" fmla="*/ 421042 w 8037833"/>
              <a:gd name="connsiteY111" fmla="*/ 3709912 h 3784177"/>
              <a:gd name="connsiteX112" fmla="*/ 393295 w 8037833"/>
              <a:gd name="connsiteY112" fmla="*/ 3753097 h 3784177"/>
              <a:gd name="connsiteX113" fmla="*/ 355918 w 8037833"/>
              <a:gd name="connsiteY113" fmla="*/ 3779172 h 3784177"/>
              <a:gd name="connsiteX114" fmla="*/ 339711 w 8037833"/>
              <a:gd name="connsiteY114" fmla="*/ 3718242 h 3784177"/>
              <a:gd name="connsiteX115" fmla="*/ 222239 w 8037833"/>
              <a:gd name="connsiteY115" fmla="*/ 3672335 h 3784177"/>
              <a:gd name="connsiteX116" fmla="*/ 163578 w 8037833"/>
              <a:gd name="connsiteY116" fmla="*/ 3656292 h 3784177"/>
              <a:gd name="connsiteX117" fmla="*/ 72220 w 8037833"/>
              <a:gd name="connsiteY117" fmla="*/ 3645272 h 3784177"/>
              <a:gd name="connsiteX118" fmla="*/ 44395 w 8037833"/>
              <a:gd name="connsiteY118" fmla="*/ 3639455 h 3784177"/>
              <a:gd name="connsiteX119" fmla="*/ 1962 w 8037833"/>
              <a:gd name="connsiteY119" fmla="*/ 3635948 h 3784177"/>
              <a:gd name="connsiteX120" fmla="*/ 0 w 8037833"/>
              <a:gd name="connsiteY120" fmla="*/ 3635261 h 3784177"/>
              <a:gd name="connsiteX121" fmla="*/ 0 w 8037833"/>
              <a:gd name="connsiteY121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697934 h 3784177"/>
              <a:gd name="connsiteX111" fmla="*/ 421042 w 8037833"/>
              <a:gd name="connsiteY111" fmla="*/ 3709912 h 3784177"/>
              <a:gd name="connsiteX112" fmla="*/ 393295 w 8037833"/>
              <a:gd name="connsiteY112" fmla="*/ 3753097 h 3784177"/>
              <a:gd name="connsiteX113" fmla="*/ 355918 w 8037833"/>
              <a:gd name="connsiteY113" fmla="*/ 3779172 h 3784177"/>
              <a:gd name="connsiteX114" fmla="*/ 339711 w 8037833"/>
              <a:gd name="connsiteY114" fmla="*/ 3718242 h 3784177"/>
              <a:gd name="connsiteX115" fmla="*/ 222239 w 8037833"/>
              <a:gd name="connsiteY115" fmla="*/ 3672335 h 3784177"/>
              <a:gd name="connsiteX116" fmla="*/ 163578 w 8037833"/>
              <a:gd name="connsiteY116" fmla="*/ 3656292 h 3784177"/>
              <a:gd name="connsiteX117" fmla="*/ 72220 w 8037833"/>
              <a:gd name="connsiteY117" fmla="*/ 3645272 h 3784177"/>
              <a:gd name="connsiteX118" fmla="*/ 44395 w 8037833"/>
              <a:gd name="connsiteY118" fmla="*/ 3639455 h 3784177"/>
              <a:gd name="connsiteX119" fmla="*/ 1962 w 8037833"/>
              <a:gd name="connsiteY119" fmla="*/ 3635948 h 3784177"/>
              <a:gd name="connsiteX120" fmla="*/ 0 w 8037833"/>
              <a:gd name="connsiteY120" fmla="*/ 3635261 h 3784177"/>
              <a:gd name="connsiteX121" fmla="*/ 0 w 8037833"/>
              <a:gd name="connsiteY121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697934 h 3784177"/>
              <a:gd name="connsiteX111" fmla="*/ 421042 w 8037833"/>
              <a:gd name="connsiteY111" fmla="*/ 3709912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21042 w 8037833"/>
              <a:gd name="connsiteY111" fmla="*/ 3709912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46240 w 8037833"/>
              <a:gd name="connsiteY90" fmla="*/ 3604535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82844 w 8037833"/>
              <a:gd name="connsiteY90" fmla="*/ 3631994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53768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07752 w 8037833"/>
              <a:gd name="connsiteY70" fmla="*/ 362659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82844 w 8037833"/>
              <a:gd name="connsiteY90" fmla="*/ 3631994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33173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32153 w 8037833"/>
              <a:gd name="connsiteY70" fmla="*/ 366778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82844 w 8037833"/>
              <a:gd name="connsiteY90" fmla="*/ 3631994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33173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210639 w 8037833"/>
              <a:gd name="connsiteY21" fmla="*/ 3335546 h 3784177"/>
              <a:gd name="connsiteX22" fmla="*/ 6111718 w 8037833"/>
              <a:gd name="connsiteY22" fmla="*/ 3357536 h 3784177"/>
              <a:gd name="connsiteX23" fmla="*/ 5949057 w 8037833"/>
              <a:gd name="connsiteY23" fmla="*/ 3379652 h 3784177"/>
              <a:gd name="connsiteX24" fmla="*/ 5891274 w 8037833"/>
              <a:gd name="connsiteY24" fmla="*/ 3397681 h 3784177"/>
              <a:gd name="connsiteX25" fmla="*/ 5835383 w 8037833"/>
              <a:gd name="connsiteY25" fmla="*/ 3377529 h 3784177"/>
              <a:gd name="connsiteX26" fmla="*/ 5746050 w 8037833"/>
              <a:gd name="connsiteY26" fmla="*/ 3426142 h 3784177"/>
              <a:gd name="connsiteX27" fmla="*/ 5613670 w 8037833"/>
              <a:gd name="connsiteY27" fmla="*/ 3428671 h 3784177"/>
              <a:gd name="connsiteX28" fmla="*/ 5535334 w 8037833"/>
              <a:gd name="connsiteY28" fmla="*/ 3437044 h 3784177"/>
              <a:gd name="connsiteX29" fmla="*/ 5506940 w 8037833"/>
              <a:gd name="connsiteY29" fmla="*/ 3450999 h 3784177"/>
              <a:gd name="connsiteX30" fmla="*/ 5466372 w 8037833"/>
              <a:gd name="connsiteY30" fmla="*/ 3463245 h 3784177"/>
              <a:gd name="connsiteX31" fmla="*/ 5395833 w 8037833"/>
              <a:gd name="connsiteY31" fmla="*/ 3493194 h 3784177"/>
              <a:gd name="connsiteX32" fmla="*/ 5305325 w 8037833"/>
              <a:gd name="connsiteY32" fmla="*/ 3505200 h 3784177"/>
              <a:gd name="connsiteX33" fmla="*/ 5223043 w 8037833"/>
              <a:gd name="connsiteY33" fmla="*/ 3491664 h 3784177"/>
              <a:gd name="connsiteX34" fmla="*/ 5217733 w 8037833"/>
              <a:gd name="connsiteY34" fmla="*/ 3500463 h 3784177"/>
              <a:gd name="connsiteX35" fmla="*/ 5167992 w 8037833"/>
              <a:gd name="connsiteY35" fmla="*/ 3504085 h 3784177"/>
              <a:gd name="connsiteX36" fmla="*/ 4987020 w 8037833"/>
              <a:gd name="connsiteY36" fmla="*/ 3461263 h 3784177"/>
              <a:gd name="connsiteX37" fmla="*/ 4890003 w 8037833"/>
              <a:gd name="connsiteY37" fmla="*/ 3469874 h 3784177"/>
              <a:gd name="connsiteX38" fmla="*/ 4856654 w 8037833"/>
              <a:gd name="connsiteY38" fmla="*/ 3481880 h 3784177"/>
              <a:gd name="connsiteX39" fmla="*/ 4800711 w 8037833"/>
              <a:gd name="connsiteY39" fmla="*/ 3501441 h 3784177"/>
              <a:gd name="connsiteX40" fmla="*/ 4761569 w 8037833"/>
              <a:gd name="connsiteY40" fmla="*/ 3538103 h 3784177"/>
              <a:gd name="connsiteX41" fmla="*/ 4713734 w 8037833"/>
              <a:gd name="connsiteY41" fmla="*/ 3545724 h 3784177"/>
              <a:gd name="connsiteX42" fmla="*/ 4699169 w 8037833"/>
              <a:gd name="connsiteY42" fmla="*/ 3518988 h 3784177"/>
              <a:gd name="connsiteX43" fmla="*/ 4649120 w 8037833"/>
              <a:gd name="connsiteY43" fmla="*/ 3536392 h 3784177"/>
              <a:gd name="connsiteX44" fmla="*/ 4573578 w 8037833"/>
              <a:gd name="connsiteY44" fmla="*/ 3565923 h 3784177"/>
              <a:gd name="connsiteX45" fmla="*/ 4529117 w 8037833"/>
              <a:gd name="connsiteY45" fmla="*/ 3575592 h 3784177"/>
              <a:gd name="connsiteX46" fmla="*/ 4408641 w 8037833"/>
              <a:gd name="connsiteY46" fmla="*/ 3610000 h 3784177"/>
              <a:gd name="connsiteX47" fmla="*/ 4356402 w 8037833"/>
              <a:gd name="connsiteY47" fmla="*/ 3642792 h 3784177"/>
              <a:gd name="connsiteX48" fmla="*/ 4270245 w 8037833"/>
              <a:gd name="connsiteY48" fmla="*/ 3665789 h 3784177"/>
              <a:gd name="connsiteX49" fmla="*/ 4208725 w 8037833"/>
              <a:gd name="connsiteY49" fmla="*/ 3704841 h 3784177"/>
              <a:gd name="connsiteX50" fmla="*/ 4201632 w 8037833"/>
              <a:gd name="connsiteY50" fmla="*/ 3702602 h 3784177"/>
              <a:gd name="connsiteX51" fmla="*/ 4191289 w 8037833"/>
              <a:gd name="connsiteY51" fmla="*/ 3702380 h 3784177"/>
              <a:gd name="connsiteX52" fmla="*/ 4191039 w 8037833"/>
              <a:gd name="connsiteY52" fmla="*/ 3702831 h 3784177"/>
              <a:gd name="connsiteX53" fmla="*/ 4181340 w 8037833"/>
              <a:gd name="connsiteY53" fmla="*/ 3701729 h 3784177"/>
              <a:gd name="connsiteX54" fmla="*/ 4133816 w 8037833"/>
              <a:gd name="connsiteY54" fmla="*/ 3690565 h 3784177"/>
              <a:gd name="connsiteX55" fmla="*/ 4071732 w 8037833"/>
              <a:gd name="connsiteY55" fmla="*/ 3732513 h 3784177"/>
              <a:gd name="connsiteX56" fmla="*/ 4045924 w 8037833"/>
              <a:gd name="connsiteY56" fmla="*/ 3739404 h 3784177"/>
              <a:gd name="connsiteX57" fmla="*/ 4032171 w 8037833"/>
              <a:gd name="connsiteY57" fmla="*/ 3745523 h 3784177"/>
              <a:gd name="connsiteX58" fmla="*/ 4031335 w 8037833"/>
              <a:gd name="connsiteY58" fmla="*/ 3747479 h 3784177"/>
              <a:gd name="connsiteX59" fmla="*/ 3985774 w 8037833"/>
              <a:gd name="connsiteY59" fmla="*/ 3736547 h 3784177"/>
              <a:gd name="connsiteX60" fmla="*/ 3979769 w 8037833"/>
              <a:gd name="connsiteY60" fmla="*/ 3738769 h 3784177"/>
              <a:gd name="connsiteX61" fmla="*/ 3950014 w 8037833"/>
              <a:gd name="connsiteY61" fmla="*/ 3726942 h 3784177"/>
              <a:gd name="connsiteX62" fmla="*/ 3934671 w 8037833"/>
              <a:gd name="connsiteY62" fmla="*/ 3723339 h 3784177"/>
              <a:gd name="connsiteX63" fmla="*/ 3930274 w 8037833"/>
              <a:gd name="connsiteY63" fmla="*/ 3717148 h 3784177"/>
              <a:gd name="connsiteX64" fmla="*/ 3907660 w 8037833"/>
              <a:gd name="connsiteY64" fmla="*/ 3714456 h 3784177"/>
              <a:gd name="connsiteX65" fmla="*/ 3905087 w 8037833"/>
              <a:gd name="connsiteY65" fmla="*/ 3716098 h 3784177"/>
              <a:gd name="connsiteX66" fmla="*/ 3886347 w 8037833"/>
              <a:gd name="connsiteY66" fmla="*/ 3706620 h 3784177"/>
              <a:gd name="connsiteX67" fmla="*/ 3870533 w 8037833"/>
              <a:gd name="connsiteY67" fmla="*/ 3689905 h 3784177"/>
              <a:gd name="connsiteX68" fmla="*/ 3678563 w 8037833"/>
              <a:gd name="connsiteY68" fmla="*/ 3694486 h 3784177"/>
              <a:gd name="connsiteX69" fmla="*/ 3524121 w 8037833"/>
              <a:gd name="connsiteY69" fmla="*/ 3642736 h 3784177"/>
              <a:gd name="connsiteX70" fmla="*/ 3432153 w 8037833"/>
              <a:gd name="connsiteY70" fmla="*/ 3667780 h 3784177"/>
              <a:gd name="connsiteX71" fmla="*/ 3373519 w 8037833"/>
              <a:gd name="connsiteY71" fmla="*/ 3665785 h 3784177"/>
              <a:gd name="connsiteX72" fmla="*/ 3114267 w 8037833"/>
              <a:gd name="connsiteY72" fmla="*/ 3638983 h 3784177"/>
              <a:gd name="connsiteX73" fmla="*/ 3048270 w 8037833"/>
              <a:gd name="connsiteY73" fmla="*/ 3649949 h 3784177"/>
              <a:gd name="connsiteX74" fmla="*/ 2989722 w 8037833"/>
              <a:gd name="connsiteY74" fmla="*/ 3623230 h 3784177"/>
              <a:gd name="connsiteX75" fmla="*/ 2965734 w 8037833"/>
              <a:gd name="connsiteY75" fmla="*/ 3635676 h 3784177"/>
              <a:gd name="connsiteX76" fmla="*/ 2961603 w 8037833"/>
              <a:gd name="connsiteY76" fmla="*/ 3638221 h 3784177"/>
              <a:gd name="connsiteX77" fmla="*/ 2944959 w 8037833"/>
              <a:gd name="connsiteY77" fmla="*/ 3639723 h 3784177"/>
              <a:gd name="connsiteX78" fmla="*/ 2940402 w 8037833"/>
              <a:gd name="connsiteY78" fmla="*/ 3651000 h 3784177"/>
              <a:gd name="connsiteX79" fmla="*/ 2915449 w 8037833"/>
              <a:gd name="connsiteY79" fmla="*/ 3661039 h 3784177"/>
              <a:gd name="connsiteX80" fmla="*/ 2884777 w 8037833"/>
              <a:gd name="connsiteY80" fmla="*/ 3660775 h 3784177"/>
              <a:gd name="connsiteX81" fmla="*/ 2739034 w 8037833"/>
              <a:gd name="connsiteY81" fmla="*/ 3647396 h 3784177"/>
              <a:gd name="connsiteX82" fmla="*/ 2651827 w 8037833"/>
              <a:gd name="connsiteY82" fmla="*/ 3646306 h 3784177"/>
              <a:gd name="connsiteX83" fmla="*/ 2618680 w 8037833"/>
              <a:gd name="connsiteY83" fmla="*/ 3656755 h 3784177"/>
              <a:gd name="connsiteX84" fmla="*/ 2572404 w 8037833"/>
              <a:gd name="connsiteY84" fmla="*/ 3664043 h 3784177"/>
              <a:gd name="connsiteX85" fmla="*/ 2490721 w 8037833"/>
              <a:gd name="connsiteY85" fmla="*/ 3685313 h 3784177"/>
              <a:gd name="connsiteX86" fmla="*/ 2423704 w 8037833"/>
              <a:gd name="connsiteY86" fmla="*/ 3658079 h 3784177"/>
              <a:gd name="connsiteX87" fmla="*/ 2301172 w 8037833"/>
              <a:gd name="connsiteY87" fmla="*/ 3663053 h 3784177"/>
              <a:gd name="connsiteX88" fmla="*/ 2294102 w 8037833"/>
              <a:gd name="connsiteY88" fmla="*/ 3671151 h 3784177"/>
              <a:gd name="connsiteX89" fmla="*/ 2238966 w 8037833"/>
              <a:gd name="connsiteY89" fmla="*/ 3668777 h 3784177"/>
              <a:gd name="connsiteX90" fmla="*/ 2082844 w 8037833"/>
              <a:gd name="connsiteY90" fmla="*/ 3631994 h 3784177"/>
              <a:gd name="connsiteX91" fmla="*/ 1938480 w 8037833"/>
              <a:gd name="connsiteY91" fmla="*/ 3601439 h 3784177"/>
              <a:gd name="connsiteX92" fmla="*/ 1900166 w 8037833"/>
              <a:gd name="connsiteY92" fmla="*/ 3609358 h 3784177"/>
              <a:gd name="connsiteX93" fmla="*/ 1835976 w 8037833"/>
              <a:gd name="connsiteY93" fmla="*/ 3622065 h 3784177"/>
              <a:gd name="connsiteX94" fmla="*/ 1787830 w 8037833"/>
              <a:gd name="connsiteY94" fmla="*/ 3633173 h 3784177"/>
              <a:gd name="connsiteX95" fmla="*/ 1734224 w 8037833"/>
              <a:gd name="connsiteY95" fmla="*/ 3655593 h 3784177"/>
              <a:gd name="connsiteX96" fmla="*/ 1721989 w 8037833"/>
              <a:gd name="connsiteY96" fmla="*/ 3627298 h 3784177"/>
              <a:gd name="connsiteX97" fmla="*/ 1664576 w 8037833"/>
              <a:gd name="connsiteY97" fmla="*/ 3638572 h 3784177"/>
              <a:gd name="connsiteX98" fmla="*/ 1577459 w 8037833"/>
              <a:gd name="connsiteY98" fmla="*/ 3658824 h 3784177"/>
              <a:gd name="connsiteX99" fmla="*/ 1527269 w 8037833"/>
              <a:gd name="connsiteY99" fmla="*/ 3663088 h 3784177"/>
              <a:gd name="connsiteX100" fmla="*/ 1390118 w 8037833"/>
              <a:gd name="connsiteY100" fmla="*/ 3682789 h 3784177"/>
              <a:gd name="connsiteX101" fmla="*/ 1252698 w 8037833"/>
              <a:gd name="connsiteY101" fmla="*/ 3708662 h 3784177"/>
              <a:gd name="connsiteX102" fmla="*/ 1171039 w 8037833"/>
              <a:gd name="connsiteY102" fmla="*/ 3758642 h 3784177"/>
              <a:gd name="connsiteX103" fmla="*/ 1058106 w 8037833"/>
              <a:gd name="connsiteY103" fmla="*/ 3776166 h 3784177"/>
              <a:gd name="connsiteX104" fmla="*/ 1039167 w 8037833"/>
              <a:gd name="connsiteY104" fmla="*/ 3784177 h 3784177"/>
              <a:gd name="connsiteX105" fmla="*/ 1012958 w 8037833"/>
              <a:gd name="connsiteY105" fmla="*/ 3779206 h 3784177"/>
              <a:gd name="connsiteX106" fmla="*/ 907906 w 8037833"/>
              <a:gd name="connsiteY106" fmla="*/ 3757678 h 3784177"/>
              <a:gd name="connsiteX107" fmla="*/ 825226 w 8037833"/>
              <a:gd name="connsiteY107" fmla="*/ 3726369 h 3784177"/>
              <a:gd name="connsiteX108" fmla="*/ 722264 w 8037833"/>
              <a:gd name="connsiteY108" fmla="*/ 3747612 h 3784177"/>
              <a:gd name="connsiteX109" fmla="*/ 659460 w 8037833"/>
              <a:gd name="connsiteY109" fmla="*/ 3740429 h 3784177"/>
              <a:gd name="connsiteX110" fmla="*/ 556552 w 8037833"/>
              <a:gd name="connsiteY110" fmla="*/ 3739124 h 3784177"/>
              <a:gd name="connsiteX111" fmla="*/ 445444 w 8037833"/>
              <a:gd name="connsiteY111" fmla="*/ 3764831 h 3784177"/>
              <a:gd name="connsiteX112" fmla="*/ 393295 w 8037833"/>
              <a:gd name="connsiteY112" fmla="*/ 3753097 h 3784177"/>
              <a:gd name="connsiteX113" fmla="*/ 339711 w 8037833"/>
              <a:gd name="connsiteY113" fmla="*/ 3718242 h 3784177"/>
              <a:gd name="connsiteX114" fmla="*/ 222239 w 8037833"/>
              <a:gd name="connsiteY114" fmla="*/ 3672335 h 3784177"/>
              <a:gd name="connsiteX115" fmla="*/ 163578 w 8037833"/>
              <a:gd name="connsiteY115" fmla="*/ 3656292 h 3784177"/>
              <a:gd name="connsiteX116" fmla="*/ 72220 w 8037833"/>
              <a:gd name="connsiteY116" fmla="*/ 3645272 h 3784177"/>
              <a:gd name="connsiteX117" fmla="*/ 44395 w 8037833"/>
              <a:gd name="connsiteY117" fmla="*/ 3639455 h 3784177"/>
              <a:gd name="connsiteX118" fmla="*/ 1962 w 8037833"/>
              <a:gd name="connsiteY118" fmla="*/ 3635948 h 3784177"/>
              <a:gd name="connsiteX119" fmla="*/ 0 w 8037833"/>
              <a:gd name="connsiteY119" fmla="*/ 3635261 h 3784177"/>
              <a:gd name="connsiteX120" fmla="*/ 0 w 8037833"/>
              <a:gd name="connsiteY12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03479 w 8037833"/>
              <a:gd name="connsiteY20" fmla="*/ 3319842 h 3784177"/>
              <a:gd name="connsiteX21" fmla="*/ 6111718 w 8037833"/>
              <a:gd name="connsiteY21" fmla="*/ 3357536 h 3784177"/>
              <a:gd name="connsiteX22" fmla="*/ 5949057 w 8037833"/>
              <a:gd name="connsiteY22" fmla="*/ 3379652 h 3784177"/>
              <a:gd name="connsiteX23" fmla="*/ 5891274 w 8037833"/>
              <a:gd name="connsiteY23" fmla="*/ 3397681 h 3784177"/>
              <a:gd name="connsiteX24" fmla="*/ 5835383 w 8037833"/>
              <a:gd name="connsiteY24" fmla="*/ 3377529 h 3784177"/>
              <a:gd name="connsiteX25" fmla="*/ 5746050 w 8037833"/>
              <a:gd name="connsiteY25" fmla="*/ 3426142 h 3784177"/>
              <a:gd name="connsiteX26" fmla="*/ 5613670 w 8037833"/>
              <a:gd name="connsiteY26" fmla="*/ 3428671 h 3784177"/>
              <a:gd name="connsiteX27" fmla="*/ 5535334 w 8037833"/>
              <a:gd name="connsiteY27" fmla="*/ 3437044 h 3784177"/>
              <a:gd name="connsiteX28" fmla="*/ 5506940 w 8037833"/>
              <a:gd name="connsiteY28" fmla="*/ 3450999 h 3784177"/>
              <a:gd name="connsiteX29" fmla="*/ 5466372 w 8037833"/>
              <a:gd name="connsiteY29" fmla="*/ 3463245 h 3784177"/>
              <a:gd name="connsiteX30" fmla="*/ 5395833 w 8037833"/>
              <a:gd name="connsiteY30" fmla="*/ 3493194 h 3784177"/>
              <a:gd name="connsiteX31" fmla="*/ 5305325 w 8037833"/>
              <a:gd name="connsiteY31" fmla="*/ 3505200 h 3784177"/>
              <a:gd name="connsiteX32" fmla="*/ 5223043 w 8037833"/>
              <a:gd name="connsiteY32" fmla="*/ 3491664 h 3784177"/>
              <a:gd name="connsiteX33" fmla="*/ 5217733 w 8037833"/>
              <a:gd name="connsiteY33" fmla="*/ 3500463 h 3784177"/>
              <a:gd name="connsiteX34" fmla="*/ 5167992 w 8037833"/>
              <a:gd name="connsiteY34" fmla="*/ 3504085 h 3784177"/>
              <a:gd name="connsiteX35" fmla="*/ 4987020 w 8037833"/>
              <a:gd name="connsiteY35" fmla="*/ 3461263 h 3784177"/>
              <a:gd name="connsiteX36" fmla="*/ 4890003 w 8037833"/>
              <a:gd name="connsiteY36" fmla="*/ 3469874 h 3784177"/>
              <a:gd name="connsiteX37" fmla="*/ 4856654 w 8037833"/>
              <a:gd name="connsiteY37" fmla="*/ 3481880 h 3784177"/>
              <a:gd name="connsiteX38" fmla="*/ 4800711 w 8037833"/>
              <a:gd name="connsiteY38" fmla="*/ 3501441 h 3784177"/>
              <a:gd name="connsiteX39" fmla="*/ 4761569 w 8037833"/>
              <a:gd name="connsiteY39" fmla="*/ 3538103 h 3784177"/>
              <a:gd name="connsiteX40" fmla="*/ 4713734 w 8037833"/>
              <a:gd name="connsiteY40" fmla="*/ 3545724 h 3784177"/>
              <a:gd name="connsiteX41" fmla="*/ 4699169 w 8037833"/>
              <a:gd name="connsiteY41" fmla="*/ 3518988 h 3784177"/>
              <a:gd name="connsiteX42" fmla="*/ 4649120 w 8037833"/>
              <a:gd name="connsiteY42" fmla="*/ 3536392 h 3784177"/>
              <a:gd name="connsiteX43" fmla="*/ 4573578 w 8037833"/>
              <a:gd name="connsiteY43" fmla="*/ 3565923 h 3784177"/>
              <a:gd name="connsiteX44" fmla="*/ 4529117 w 8037833"/>
              <a:gd name="connsiteY44" fmla="*/ 3575592 h 3784177"/>
              <a:gd name="connsiteX45" fmla="*/ 4408641 w 8037833"/>
              <a:gd name="connsiteY45" fmla="*/ 3610000 h 3784177"/>
              <a:gd name="connsiteX46" fmla="*/ 4356402 w 8037833"/>
              <a:gd name="connsiteY46" fmla="*/ 3642792 h 3784177"/>
              <a:gd name="connsiteX47" fmla="*/ 4270245 w 8037833"/>
              <a:gd name="connsiteY47" fmla="*/ 3665789 h 3784177"/>
              <a:gd name="connsiteX48" fmla="*/ 4208725 w 8037833"/>
              <a:gd name="connsiteY48" fmla="*/ 3704841 h 3784177"/>
              <a:gd name="connsiteX49" fmla="*/ 4201632 w 8037833"/>
              <a:gd name="connsiteY49" fmla="*/ 3702602 h 3784177"/>
              <a:gd name="connsiteX50" fmla="*/ 4191289 w 8037833"/>
              <a:gd name="connsiteY50" fmla="*/ 3702380 h 3784177"/>
              <a:gd name="connsiteX51" fmla="*/ 4191039 w 8037833"/>
              <a:gd name="connsiteY51" fmla="*/ 3702831 h 3784177"/>
              <a:gd name="connsiteX52" fmla="*/ 4181340 w 8037833"/>
              <a:gd name="connsiteY52" fmla="*/ 3701729 h 3784177"/>
              <a:gd name="connsiteX53" fmla="*/ 4133816 w 8037833"/>
              <a:gd name="connsiteY53" fmla="*/ 3690565 h 3784177"/>
              <a:gd name="connsiteX54" fmla="*/ 4071732 w 8037833"/>
              <a:gd name="connsiteY54" fmla="*/ 3732513 h 3784177"/>
              <a:gd name="connsiteX55" fmla="*/ 4045924 w 8037833"/>
              <a:gd name="connsiteY55" fmla="*/ 3739404 h 3784177"/>
              <a:gd name="connsiteX56" fmla="*/ 4032171 w 8037833"/>
              <a:gd name="connsiteY56" fmla="*/ 3745523 h 3784177"/>
              <a:gd name="connsiteX57" fmla="*/ 4031335 w 8037833"/>
              <a:gd name="connsiteY57" fmla="*/ 3747479 h 3784177"/>
              <a:gd name="connsiteX58" fmla="*/ 3985774 w 8037833"/>
              <a:gd name="connsiteY58" fmla="*/ 3736547 h 3784177"/>
              <a:gd name="connsiteX59" fmla="*/ 3979769 w 8037833"/>
              <a:gd name="connsiteY59" fmla="*/ 3738769 h 3784177"/>
              <a:gd name="connsiteX60" fmla="*/ 3950014 w 8037833"/>
              <a:gd name="connsiteY60" fmla="*/ 3726942 h 3784177"/>
              <a:gd name="connsiteX61" fmla="*/ 3934671 w 8037833"/>
              <a:gd name="connsiteY61" fmla="*/ 3723339 h 3784177"/>
              <a:gd name="connsiteX62" fmla="*/ 3930274 w 8037833"/>
              <a:gd name="connsiteY62" fmla="*/ 3717148 h 3784177"/>
              <a:gd name="connsiteX63" fmla="*/ 3907660 w 8037833"/>
              <a:gd name="connsiteY63" fmla="*/ 3714456 h 3784177"/>
              <a:gd name="connsiteX64" fmla="*/ 3905087 w 8037833"/>
              <a:gd name="connsiteY64" fmla="*/ 3716098 h 3784177"/>
              <a:gd name="connsiteX65" fmla="*/ 3886347 w 8037833"/>
              <a:gd name="connsiteY65" fmla="*/ 3706620 h 3784177"/>
              <a:gd name="connsiteX66" fmla="*/ 3870533 w 8037833"/>
              <a:gd name="connsiteY66" fmla="*/ 3689905 h 3784177"/>
              <a:gd name="connsiteX67" fmla="*/ 3678563 w 8037833"/>
              <a:gd name="connsiteY67" fmla="*/ 3694486 h 3784177"/>
              <a:gd name="connsiteX68" fmla="*/ 3524121 w 8037833"/>
              <a:gd name="connsiteY68" fmla="*/ 3642736 h 3784177"/>
              <a:gd name="connsiteX69" fmla="*/ 3432153 w 8037833"/>
              <a:gd name="connsiteY69" fmla="*/ 3667780 h 3784177"/>
              <a:gd name="connsiteX70" fmla="*/ 3373519 w 8037833"/>
              <a:gd name="connsiteY70" fmla="*/ 3665785 h 3784177"/>
              <a:gd name="connsiteX71" fmla="*/ 3114267 w 8037833"/>
              <a:gd name="connsiteY71" fmla="*/ 3638983 h 3784177"/>
              <a:gd name="connsiteX72" fmla="*/ 3048270 w 8037833"/>
              <a:gd name="connsiteY72" fmla="*/ 3649949 h 3784177"/>
              <a:gd name="connsiteX73" fmla="*/ 2989722 w 8037833"/>
              <a:gd name="connsiteY73" fmla="*/ 3623230 h 3784177"/>
              <a:gd name="connsiteX74" fmla="*/ 2965734 w 8037833"/>
              <a:gd name="connsiteY74" fmla="*/ 3635676 h 3784177"/>
              <a:gd name="connsiteX75" fmla="*/ 2961603 w 8037833"/>
              <a:gd name="connsiteY75" fmla="*/ 3638221 h 3784177"/>
              <a:gd name="connsiteX76" fmla="*/ 2944959 w 8037833"/>
              <a:gd name="connsiteY76" fmla="*/ 3639723 h 3784177"/>
              <a:gd name="connsiteX77" fmla="*/ 2940402 w 8037833"/>
              <a:gd name="connsiteY77" fmla="*/ 3651000 h 3784177"/>
              <a:gd name="connsiteX78" fmla="*/ 2915449 w 8037833"/>
              <a:gd name="connsiteY78" fmla="*/ 3661039 h 3784177"/>
              <a:gd name="connsiteX79" fmla="*/ 2884777 w 8037833"/>
              <a:gd name="connsiteY79" fmla="*/ 3660775 h 3784177"/>
              <a:gd name="connsiteX80" fmla="*/ 2739034 w 8037833"/>
              <a:gd name="connsiteY80" fmla="*/ 3647396 h 3784177"/>
              <a:gd name="connsiteX81" fmla="*/ 2651827 w 8037833"/>
              <a:gd name="connsiteY81" fmla="*/ 3646306 h 3784177"/>
              <a:gd name="connsiteX82" fmla="*/ 2618680 w 8037833"/>
              <a:gd name="connsiteY82" fmla="*/ 3656755 h 3784177"/>
              <a:gd name="connsiteX83" fmla="*/ 2572404 w 8037833"/>
              <a:gd name="connsiteY83" fmla="*/ 3664043 h 3784177"/>
              <a:gd name="connsiteX84" fmla="*/ 2490721 w 8037833"/>
              <a:gd name="connsiteY84" fmla="*/ 3685313 h 3784177"/>
              <a:gd name="connsiteX85" fmla="*/ 2423704 w 8037833"/>
              <a:gd name="connsiteY85" fmla="*/ 3658079 h 3784177"/>
              <a:gd name="connsiteX86" fmla="*/ 2301172 w 8037833"/>
              <a:gd name="connsiteY86" fmla="*/ 3663053 h 3784177"/>
              <a:gd name="connsiteX87" fmla="*/ 2294102 w 8037833"/>
              <a:gd name="connsiteY87" fmla="*/ 3671151 h 3784177"/>
              <a:gd name="connsiteX88" fmla="*/ 2238966 w 8037833"/>
              <a:gd name="connsiteY88" fmla="*/ 3668777 h 3784177"/>
              <a:gd name="connsiteX89" fmla="*/ 2082844 w 8037833"/>
              <a:gd name="connsiteY89" fmla="*/ 3631994 h 3784177"/>
              <a:gd name="connsiteX90" fmla="*/ 1938480 w 8037833"/>
              <a:gd name="connsiteY90" fmla="*/ 3601439 h 3784177"/>
              <a:gd name="connsiteX91" fmla="*/ 1900166 w 8037833"/>
              <a:gd name="connsiteY91" fmla="*/ 3609358 h 3784177"/>
              <a:gd name="connsiteX92" fmla="*/ 1835976 w 8037833"/>
              <a:gd name="connsiteY92" fmla="*/ 3622065 h 3784177"/>
              <a:gd name="connsiteX93" fmla="*/ 1787830 w 8037833"/>
              <a:gd name="connsiteY93" fmla="*/ 3633173 h 3784177"/>
              <a:gd name="connsiteX94" fmla="*/ 1734224 w 8037833"/>
              <a:gd name="connsiteY94" fmla="*/ 3655593 h 3784177"/>
              <a:gd name="connsiteX95" fmla="*/ 1721989 w 8037833"/>
              <a:gd name="connsiteY95" fmla="*/ 3627298 h 3784177"/>
              <a:gd name="connsiteX96" fmla="*/ 1664576 w 8037833"/>
              <a:gd name="connsiteY96" fmla="*/ 3638572 h 3784177"/>
              <a:gd name="connsiteX97" fmla="*/ 1577459 w 8037833"/>
              <a:gd name="connsiteY97" fmla="*/ 3658824 h 3784177"/>
              <a:gd name="connsiteX98" fmla="*/ 1527269 w 8037833"/>
              <a:gd name="connsiteY98" fmla="*/ 3663088 h 3784177"/>
              <a:gd name="connsiteX99" fmla="*/ 1390118 w 8037833"/>
              <a:gd name="connsiteY99" fmla="*/ 3682789 h 3784177"/>
              <a:gd name="connsiteX100" fmla="*/ 1252698 w 8037833"/>
              <a:gd name="connsiteY100" fmla="*/ 3708662 h 3784177"/>
              <a:gd name="connsiteX101" fmla="*/ 1171039 w 8037833"/>
              <a:gd name="connsiteY101" fmla="*/ 3758642 h 3784177"/>
              <a:gd name="connsiteX102" fmla="*/ 1058106 w 8037833"/>
              <a:gd name="connsiteY102" fmla="*/ 3776166 h 3784177"/>
              <a:gd name="connsiteX103" fmla="*/ 1039167 w 8037833"/>
              <a:gd name="connsiteY103" fmla="*/ 3784177 h 3784177"/>
              <a:gd name="connsiteX104" fmla="*/ 1012958 w 8037833"/>
              <a:gd name="connsiteY104" fmla="*/ 3779206 h 3784177"/>
              <a:gd name="connsiteX105" fmla="*/ 907906 w 8037833"/>
              <a:gd name="connsiteY105" fmla="*/ 3757678 h 3784177"/>
              <a:gd name="connsiteX106" fmla="*/ 825226 w 8037833"/>
              <a:gd name="connsiteY106" fmla="*/ 3726369 h 3784177"/>
              <a:gd name="connsiteX107" fmla="*/ 722264 w 8037833"/>
              <a:gd name="connsiteY107" fmla="*/ 3747612 h 3784177"/>
              <a:gd name="connsiteX108" fmla="*/ 659460 w 8037833"/>
              <a:gd name="connsiteY108" fmla="*/ 3740429 h 3784177"/>
              <a:gd name="connsiteX109" fmla="*/ 556552 w 8037833"/>
              <a:gd name="connsiteY109" fmla="*/ 3739124 h 3784177"/>
              <a:gd name="connsiteX110" fmla="*/ 445444 w 8037833"/>
              <a:gd name="connsiteY110" fmla="*/ 3764831 h 3784177"/>
              <a:gd name="connsiteX111" fmla="*/ 393295 w 8037833"/>
              <a:gd name="connsiteY111" fmla="*/ 3753097 h 3784177"/>
              <a:gd name="connsiteX112" fmla="*/ 339711 w 8037833"/>
              <a:gd name="connsiteY112" fmla="*/ 3718242 h 3784177"/>
              <a:gd name="connsiteX113" fmla="*/ 222239 w 8037833"/>
              <a:gd name="connsiteY113" fmla="*/ 3672335 h 3784177"/>
              <a:gd name="connsiteX114" fmla="*/ 163578 w 8037833"/>
              <a:gd name="connsiteY114" fmla="*/ 3656292 h 3784177"/>
              <a:gd name="connsiteX115" fmla="*/ 72220 w 8037833"/>
              <a:gd name="connsiteY115" fmla="*/ 3645272 h 3784177"/>
              <a:gd name="connsiteX116" fmla="*/ 44395 w 8037833"/>
              <a:gd name="connsiteY116" fmla="*/ 3639455 h 3784177"/>
              <a:gd name="connsiteX117" fmla="*/ 1962 w 8037833"/>
              <a:gd name="connsiteY117" fmla="*/ 3635948 h 3784177"/>
              <a:gd name="connsiteX118" fmla="*/ 0 w 8037833"/>
              <a:gd name="connsiteY118" fmla="*/ 3635261 h 3784177"/>
              <a:gd name="connsiteX119" fmla="*/ 0 w 8037833"/>
              <a:gd name="connsiteY11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52283 w 8037833"/>
              <a:gd name="connsiteY20" fmla="*/ 3374762 h 3784177"/>
              <a:gd name="connsiteX21" fmla="*/ 6111718 w 8037833"/>
              <a:gd name="connsiteY21" fmla="*/ 3357536 h 3784177"/>
              <a:gd name="connsiteX22" fmla="*/ 5949057 w 8037833"/>
              <a:gd name="connsiteY22" fmla="*/ 3379652 h 3784177"/>
              <a:gd name="connsiteX23" fmla="*/ 5891274 w 8037833"/>
              <a:gd name="connsiteY23" fmla="*/ 3397681 h 3784177"/>
              <a:gd name="connsiteX24" fmla="*/ 5835383 w 8037833"/>
              <a:gd name="connsiteY24" fmla="*/ 3377529 h 3784177"/>
              <a:gd name="connsiteX25" fmla="*/ 5746050 w 8037833"/>
              <a:gd name="connsiteY25" fmla="*/ 3426142 h 3784177"/>
              <a:gd name="connsiteX26" fmla="*/ 5613670 w 8037833"/>
              <a:gd name="connsiteY26" fmla="*/ 3428671 h 3784177"/>
              <a:gd name="connsiteX27" fmla="*/ 5535334 w 8037833"/>
              <a:gd name="connsiteY27" fmla="*/ 3437044 h 3784177"/>
              <a:gd name="connsiteX28" fmla="*/ 5506940 w 8037833"/>
              <a:gd name="connsiteY28" fmla="*/ 3450999 h 3784177"/>
              <a:gd name="connsiteX29" fmla="*/ 5466372 w 8037833"/>
              <a:gd name="connsiteY29" fmla="*/ 3463245 h 3784177"/>
              <a:gd name="connsiteX30" fmla="*/ 5395833 w 8037833"/>
              <a:gd name="connsiteY30" fmla="*/ 3493194 h 3784177"/>
              <a:gd name="connsiteX31" fmla="*/ 5305325 w 8037833"/>
              <a:gd name="connsiteY31" fmla="*/ 3505200 h 3784177"/>
              <a:gd name="connsiteX32" fmla="*/ 5223043 w 8037833"/>
              <a:gd name="connsiteY32" fmla="*/ 3491664 h 3784177"/>
              <a:gd name="connsiteX33" fmla="*/ 5217733 w 8037833"/>
              <a:gd name="connsiteY33" fmla="*/ 3500463 h 3784177"/>
              <a:gd name="connsiteX34" fmla="*/ 5167992 w 8037833"/>
              <a:gd name="connsiteY34" fmla="*/ 3504085 h 3784177"/>
              <a:gd name="connsiteX35" fmla="*/ 4987020 w 8037833"/>
              <a:gd name="connsiteY35" fmla="*/ 3461263 h 3784177"/>
              <a:gd name="connsiteX36" fmla="*/ 4890003 w 8037833"/>
              <a:gd name="connsiteY36" fmla="*/ 3469874 h 3784177"/>
              <a:gd name="connsiteX37" fmla="*/ 4856654 w 8037833"/>
              <a:gd name="connsiteY37" fmla="*/ 3481880 h 3784177"/>
              <a:gd name="connsiteX38" fmla="*/ 4800711 w 8037833"/>
              <a:gd name="connsiteY38" fmla="*/ 3501441 h 3784177"/>
              <a:gd name="connsiteX39" fmla="*/ 4761569 w 8037833"/>
              <a:gd name="connsiteY39" fmla="*/ 3538103 h 3784177"/>
              <a:gd name="connsiteX40" fmla="*/ 4713734 w 8037833"/>
              <a:gd name="connsiteY40" fmla="*/ 3545724 h 3784177"/>
              <a:gd name="connsiteX41" fmla="*/ 4699169 w 8037833"/>
              <a:gd name="connsiteY41" fmla="*/ 3518988 h 3784177"/>
              <a:gd name="connsiteX42" fmla="*/ 4649120 w 8037833"/>
              <a:gd name="connsiteY42" fmla="*/ 3536392 h 3784177"/>
              <a:gd name="connsiteX43" fmla="*/ 4573578 w 8037833"/>
              <a:gd name="connsiteY43" fmla="*/ 3565923 h 3784177"/>
              <a:gd name="connsiteX44" fmla="*/ 4529117 w 8037833"/>
              <a:gd name="connsiteY44" fmla="*/ 3575592 h 3784177"/>
              <a:gd name="connsiteX45" fmla="*/ 4408641 w 8037833"/>
              <a:gd name="connsiteY45" fmla="*/ 3610000 h 3784177"/>
              <a:gd name="connsiteX46" fmla="*/ 4356402 w 8037833"/>
              <a:gd name="connsiteY46" fmla="*/ 3642792 h 3784177"/>
              <a:gd name="connsiteX47" fmla="*/ 4270245 w 8037833"/>
              <a:gd name="connsiteY47" fmla="*/ 3665789 h 3784177"/>
              <a:gd name="connsiteX48" fmla="*/ 4208725 w 8037833"/>
              <a:gd name="connsiteY48" fmla="*/ 3704841 h 3784177"/>
              <a:gd name="connsiteX49" fmla="*/ 4201632 w 8037833"/>
              <a:gd name="connsiteY49" fmla="*/ 3702602 h 3784177"/>
              <a:gd name="connsiteX50" fmla="*/ 4191289 w 8037833"/>
              <a:gd name="connsiteY50" fmla="*/ 3702380 h 3784177"/>
              <a:gd name="connsiteX51" fmla="*/ 4191039 w 8037833"/>
              <a:gd name="connsiteY51" fmla="*/ 3702831 h 3784177"/>
              <a:gd name="connsiteX52" fmla="*/ 4181340 w 8037833"/>
              <a:gd name="connsiteY52" fmla="*/ 3701729 h 3784177"/>
              <a:gd name="connsiteX53" fmla="*/ 4133816 w 8037833"/>
              <a:gd name="connsiteY53" fmla="*/ 3690565 h 3784177"/>
              <a:gd name="connsiteX54" fmla="*/ 4071732 w 8037833"/>
              <a:gd name="connsiteY54" fmla="*/ 3732513 h 3784177"/>
              <a:gd name="connsiteX55" fmla="*/ 4045924 w 8037833"/>
              <a:gd name="connsiteY55" fmla="*/ 3739404 h 3784177"/>
              <a:gd name="connsiteX56" fmla="*/ 4032171 w 8037833"/>
              <a:gd name="connsiteY56" fmla="*/ 3745523 h 3784177"/>
              <a:gd name="connsiteX57" fmla="*/ 4031335 w 8037833"/>
              <a:gd name="connsiteY57" fmla="*/ 3747479 h 3784177"/>
              <a:gd name="connsiteX58" fmla="*/ 3985774 w 8037833"/>
              <a:gd name="connsiteY58" fmla="*/ 3736547 h 3784177"/>
              <a:gd name="connsiteX59" fmla="*/ 3979769 w 8037833"/>
              <a:gd name="connsiteY59" fmla="*/ 3738769 h 3784177"/>
              <a:gd name="connsiteX60" fmla="*/ 3950014 w 8037833"/>
              <a:gd name="connsiteY60" fmla="*/ 3726942 h 3784177"/>
              <a:gd name="connsiteX61" fmla="*/ 3934671 w 8037833"/>
              <a:gd name="connsiteY61" fmla="*/ 3723339 h 3784177"/>
              <a:gd name="connsiteX62" fmla="*/ 3930274 w 8037833"/>
              <a:gd name="connsiteY62" fmla="*/ 3717148 h 3784177"/>
              <a:gd name="connsiteX63" fmla="*/ 3907660 w 8037833"/>
              <a:gd name="connsiteY63" fmla="*/ 3714456 h 3784177"/>
              <a:gd name="connsiteX64" fmla="*/ 3905087 w 8037833"/>
              <a:gd name="connsiteY64" fmla="*/ 3716098 h 3784177"/>
              <a:gd name="connsiteX65" fmla="*/ 3886347 w 8037833"/>
              <a:gd name="connsiteY65" fmla="*/ 3706620 h 3784177"/>
              <a:gd name="connsiteX66" fmla="*/ 3870533 w 8037833"/>
              <a:gd name="connsiteY66" fmla="*/ 3689905 h 3784177"/>
              <a:gd name="connsiteX67" fmla="*/ 3678563 w 8037833"/>
              <a:gd name="connsiteY67" fmla="*/ 3694486 h 3784177"/>
              <a:gd name="connsiteX68" fmla="*/ 3524121 w 8037833"/>
              <a:gd name="connsiteY68" fmla="*/ 3642736 h 3784177"/>
              <a:gd name="connsiteX69" fmla="*/ 3432153 w 8037833"/>
              <a:gd name="connsiteY69" fmla="*/ 3667780 h 3784177"/>
              <a:gd name="connsiteX70" fmla="*/ 3373519 w 8037833"/>
              <a:gd name="connsiteY70" fmla="*/ 3665785 h 3784177"/>
              <a:gd name="connsiteX71" fmla="*/ 3114267 w 8037833"/>
              <a:gd name="connsiteY71" fmla="*/ 3638983 h 3784177"/>
              <a:gd name="connsiteX72" fmla="*/ 3048270 w 8037833"/>
              <a:gd name="connsiteY72" fmla="*/ 3649949 h 3784177"/>
              <a:gd name="connsiteX73" fmla="*/ 2989722 w 8037833"/>
              <a:gd name="connsiteY73" fmla="*/ 3623230 h 3784177"/>
              <a:gd name="connsiteX74" fmla="*/ 2965734 w 8037833"/>
              <a:gd name="connsiteY74" fmla="*/ 3635676 h 3784177"/>
              <a:gd name="connsiteX75" fmla="*/ 2961603 w 8037833"/>
              <a:gd name="connsiteY75" fmla="*/ 3638221 h 3784177"/>
              <a:gd name="connsiteX76" fmla="*/ 2944959 w 8037833"/>
              <a:gd name="connsiteY76" fmla="*/ 3639723 h 3784177"/>
              <a:gd name="connsiteX77" fmla="*/ 2940402 w 8037833"/>
              <a:gd name="connsiteY77" fmla="*/ 3651000 h 3784177"/>
              <a:gd name="connsiteX78" fmla="*/ 2915449 w 8037833"/>
              <a:gd name="connsiteY78" fmla="*/ 3661039 h 3784177"/>
              <a:gd name="connsiteX79" fmla="*/ 2884777 w 8037833"/>
              <a:gd name="connsiteY79" fmla="*/ 3660775 h 3784177"/>
              <a:gd name="connsiteX80" fmla="*/ 2739034 w 8037833"/>
              <a:gd name="connsiteY80" fmla="*/ 3647396 h 3784177"/>
              <a:gd name="connsiteX81" fmla="*/ 2651827 w 8037833"/>
              <a:gd name="connsiteY81" fmla="*/ 3646306 h 3784177"/>
              <a:gd name="connsiteX82" fmla="*/ 2618680 w 8037833"/>
              <a:gd name="connsiteY82" fmla="*/ 3656755 h 3784177"/>
              <a:gd name="connsiteX83" fmla="*/ 2572404 w 8037833"/>
              <a:gd name="connsiteY83" fmla="*/ 3664043 h 3784177"/>
              <a:gd name="connsiteX84" fmla="*/ 2490721 w 8037833"/>
              <a:gd name="connsiteY84" fmla="*/ 3685313 h 3784177"/>
              <a:gd name="connsiteX85" fmla="*/ 2423704 w 8037833"/>
              <a:gd name="connsiteY85" fmla="*/ 3658079 h 3784177"/>
              <a:gd name="connsiteX86" fmla="*/ 2301172 w 8037833"/>
              <a:gd name="connsiteY86" fmla="*/ 3663053 h 3784177"/>
              <a:gd name="connsiteX87" fmla="*/ 2294102 w 8037833"/>
              <a:gd name="connsiteY87" fmla="*/ 3671151 h 3784177"/>
              <a:gd name="connsiteX88" fmla="*/ 2238966 w 8037833"/>
              <a:gd name="connsiteY88" fmla="*/ 3668777 h 3784177"/>
              <a:gd name="connsiteX89" fmla="*/ 2082844 w 8037833"/>
              <a:gd name="connsiteY89" fmla="*/ 3631994 h 3784177"/>
              <a:gd name="connsiteX90" fmla="*/ 1938480 w 8037833"/>
              <a:gd name="connsiteY90" fmla="*/ 3601439 h 3784177"/>
              <a:gd name="connsiteX91" fmla="*/ 1900166 w 8037833"/>
              <a:gd name="connsiteY91" fmla="*/ 3609358 h 3784177"/>
              <a:gd name="connsiteX92" fmla="*/ 1835976 w 8037833"/>
              <a:gd name="connsiteY92" fmla="*/ 3622065 h 3784177"/>
              <a:gd name="connsiteX93" fmla="*/ 1787830 w 8037833"/>
              <a:gd name="connsiteY93" fmla="*/ 3633173 h 3784177"/>
              <a:gd name="connsiteX94" fmla="*/ 1734224 w 8037833"/>
              <a:gd name="connsiteY94" fmla="*/ 3655593 h 3784177"/>
              <a:gd name="connsiteX95" fmla="*/ 1721989 w 8037833"/>
              <a:gd name="connsiteY95" fmla="*/ 3627298 h 3784177"/>
              <a:gd name="connsiteX96" fmla="*/ 1664576 w 8037833"/>
              <a:gd name="connsiteY96" fmla="*/ 3638572 h 3784177"/>
              <a:gd name="connsiteX97" fmla="*/ 1577459 w 8037833"/>
              <a:gd name="connsiteY97" fmla="*/ 3658824 h 3784177"/>
              <a:gd name="connsiteX98" fmla="*/ 1527269 w 8037833"/>
              <a:gd name="connsiteY98" fmla="*/ 3663088 h 3784177"/>
              <a:gd name="connsiteX99" fmla="*/ 1390118 w 8037833"/>
              <a:gd name="connsiteY99" fmla="*/ 3682789 h 3784177"/>
              <a:gd name="connsiteX100" fmla="*/ 1252698 w 8037833"/>
              <a:gd name="connsiteY100" fmla="*/ 3708662 h 3784177"/>
              <a:gd name="connsiteX101" fmla="*/ 1171039 w 8037833"/>
              <a:gd name="connsiteY101" fmla="*/ 3758642 h 3784177"/>
              <a:gd name="connsiteX102" fmla="*/ 1058106 w 8037833"/>
              <a:gd name="connsiteY102" fmla="*/ 3776166 h 3784177"/>
              <a:gd name="connsiteX103" fmla="*/ 1039167 w 8037833"/>
              <a:gd name="connsiteY103" fmla="*/ 3784177 h 3784177"/>
              <a:gd name="connsiteX104" fmla="*/ 1012958 w 8037833"/>
              <a:gd name="connsiteY104" fmla="*/ 3779206 h 3784177"/>
              <a:gd name="connsiteX105" fmla="*/ 907906 w 8037833"/>
              <a:gd name="connsiteY105" fmla="*/ 3757678 h 3784177"/>
              <a:gd name="connsiteX106" fmla="*/ 825226 w 8037833"/>
              <a:gd name="connsiteY106" fmla="*/ 3726369 h 3784177"/>
              <a:gd name="connsiteX107" fmla="*/ 722264 w 8037833"/>
              <a:gd name="connsiteY107" fmla="*/ 3747612 h 3784177"/>
              <a:gd name="connsiteX108" fmla="*/ 659460 w 8037833"/>
              <a:gd name="connsiteY108" fmla="*/ 3740429 h 3784177"/>
              <a:gd name="connsiteX109" fmla="*/ 556552 w 8037833"/>
              <a:gd name="connsiteY109" fmla="*/ 3739124 h 3784177"/>
              <a:gd name="connsiteX110" fmla="*/ 445444 w 8037833"/>
              <a:gd name="connsiteY110" fmla="*/ 3764831 h 3784177"/>
              <a:gd name="connsiteX111" fmla="*/ 393295 w 8037833"/>
              <a:gd name="connsiteY111" fmla="*/ 3753097 h 3784177"/>
              <a:gd name="connsiteX112" fmla="*/ 339711 w 8037833"/>
              <a:gd name="connsiteY112" fmla="*/ 3718242 h 3784177"/>
              <a:gd name="connsiteX113" fmla="*/ 222239 w 8037833"/>
              <a:gd name="connsiteY113" fmla="*/ 3672335 h 3784177"/>
              <a:gd name="connsiteX114" fmla="*/ 163578 w 8037833"/>
              <a:gd name="connsiteY114" fmla="*/ 3656292 h 3784177"/>
              <a:gd name="connsiteX115" fmla="*/ 72220 w 8037833"/>
              <a:gd name="connsiteY115" fmla="*/ 3645272 h 3784177"/>
              <a:gd name="connsiteX116" fmla="*/ 44395 w 8037833"/>
              <a:gd name="connsiteY116" fmla="*/ 3639455 h 3784177"/>
              <a:gd name="connsiteX117" fmla="*/ 1962 w 8037833"/>
              <a:gd name="connsiteY117" fmla="*/ 3635948 h 3784177"/>
              <a:gd name="connsiteX118" fmla="*/ 0 w 8037833"/>
              <a:gd name="connsiteY118" fmla="*/ 3635261 h 3784177"/>
              <a:gd name="connsiteX119" fmla="*/ 0 w 8037833"/>
              <a:gd name="connsiteY11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462092 w 8037833"/>
              <a:gd name="connsiteY19" fmla="*/ 3373529 h 3784177"/>
              <a:gd name="connsiteX20" fmla="*/ 6352283 w 8037833"/>
              <a:gd name="connsiteY20" fmla="*/ 3374762 h 3784177"/>
              <a:gd name="connsiteX21" fmla="*/ 6111718 w 8037833"/>
              <a:gd name="connsiteY21" fmla="*/ 3357536 h 3784177"/>
              <a:gd name="connsiteX22" fmla="*/ 6022263 w 8037833"/>
              <a:gd name="connsiteY22" fmla="*/ 3359057 h 3784177"/>
              <a:gd name="connsiteX23" fmla="*/ 5891274 w 8037833"/>
              <a:gd name="connsiteY23" fmla="*/ 3397681 h 3784177"/>
              <a:gd name="connsiteX24" fmla="*/ 5835383 w 8037833"/>
              <a:gd name="connsiteY24" fmla="*/ 3377529 h 3784177"/>
              <a:gd name="connsiteX25" fmla="*/ 5746050 w 8037833"/>
              <a:gd name="connsiteY25" fmla="*/ 3426142 h 3784177"/>
              <a:gd name="connsiteX26" fmla="*/ 5613670 w 8037833"/>
              <a:gd name="connsiteY26" fmla="*/ 3428671 h 3784177"/>
              <a:gd name="connsiteX27" fmla="*/ 5535334 w 8037833"/>
              <a:gd name="connsiteY27" fmla="*/ 3437044 h 3784177"/>
              <a:gd name="connsiteX28" fmla="*/ 5506940 w 8037833"/>
              <a:gd name="connsiteY28" fmla="*/ 3450999 h 3784177"/>
              <a:gd name="connsiteX29" fmla="*/ 5466372 w 8037833"/>
              <a:gd name="connsiteY29" fmla="*/ 3463245 h 3784177"/>
              <a:gd name="connsiteX30" fmla="*/ 5395833 w 8037833"/>
              <a:gd name="connsiteY30" fmla="*/ 3493194 h 3784177"/>
              <a:gd name="connsiteX31" fmla="*/ 5305325 w 8037833"/>
              <a:gd name="connsiteY31" fmla="*/ 3505200 h 3784177"/>
              <a:gd name="connsiteX32" fmla="*/ 5223043 w 8037833"/>
              <a:gd name="connsiteY32" fmla="*/ 3491664 h 3784177"/>
              <a:gd name="connsiteX33" fmla="*/ 5217733 w 8037833"/>
              <a:gd name="connsiteY33" fmla="*/ 3500463 h 3784177"/>
              <a:gd name="connsiteX34" fmla="*/ 5167992 w 8037833"/>
              <a:gd name="connsiteY34" fmla="*/ 3504085 h 3784177"/>
              <a:gd name="connsiteX35" fmla="*/ 4987020 w 8037833"/>
              <a:gd name="connsiteY35" fmla="*/ 3461263 h 3784177"/>
              <a:gd name="connsiteX36" fmla="*/ 4890003 w 8037833"/>
              <a:gd name="connsiteY36" fmla="*/ 3469874 h 3784177"/>
              <a:gd name="connsiteX37" fmla="*/ 4856654 w 8037833"/>
              <a:gd name="connsiteY37" fmla="*/ 3481880 h 3784177"/>
              <a:gd name="connsiteX38" fmla="*/ 4800711 w 8037833"/>
              <a:gd name="connsiteY38" fmla="*/ 3501441 h 3784177"/>
              <a:gd name="connsiteX39" fmla="*/ 4761569 w 8037833"/>
              <a:gd name="connsiteY39" fmla="*/ 3538103 h 3784177"/>
              <a:gd name="connsiteX40" fmla="*/ 4713734 w 8037833"/>
              <a:gd name="connsiteY40" fmla="*/ 3545724 h 3784177"/>
              <a:gd name="connsiteX41" fmla="*/ 4699169 w 8037833"/>
              <a:gd name="connsiteY41" fmla="*/ 3518988 h 3784177"/>
              <a:gd name="connsiteX42" fmla="*/ 4649120 w 8037833"/>
              <a:gd name="connsiteY42" fmla="*/ 3536392 h 3784177"/>
              <a:gd name="connsiteX43" fmla="*/ 4573578 w 8037833"/>
              <a:gd name="connsiteY43" fmla="*/ 3565923 h 3784177"/>
              <a:gd name="connsiteX44" fmla="*/ 4529117 w 8037833"/>
              <a:gd name="connsiteY44" fmla="*/ 3575592 h 3784177"/>
              <a:gd name="connsiteX45" fmla="*/ 4408641 w 8037833"/>
              <a:gd name="connsiteY45" fmla="*/ 3610000 h 3784177"/>
              <a:gd name="connsiteX46" fmla="*/ 4356402 w 8037833"/>
              <a:gd name="connsiteY46" fmla="*/ 3642792 h 3784177"/>
              <a:gd name="connsiteX47" fmla="*/ 4270245 w 8037833"/>
              <a:gd name="connsiteY47" fmla="*/ 3665789 h 3784177"/>
              <a:gd name="connsiteX48" fmla="*/ 4208725 w 8037833"/>
              <a:gd name="connsiteY48" fmla="*/ 3704841 h 3784177"/>
              <a:gd name="connsiteX49" fmla="*/ 4201632 w 8037833"/>
              <a:gd name="connsiteY49" fmla="*/ 3702602 h 3784177"/>
              <a:gd name="connsiteX50" fmla="*/ 4191289 w 8037833"/>
              <a:gd name="connsiteY50" fmla="*/ 3702380 h 3784177"/>
              <a:gd name="connsiteX51" fmla="*/ 4191039 w 8037833"/>
              <a:gd name="connsiteY51" fmla="*/ 3702831 h 3784177"/>
              <a:gd name="connsiteX52" fmla="*/ 4181340 w 8037833"/>
              <a:gd name="connsiteY52" fmla="*/ 3701729 h 3784177"/>
              <a:gd name="connsiteX53" fmla="*/ 4133816 w 8037833"/>
              <a:gd name="connsiteY53" fmla="*/ 3690565 h 3784177"/>
              <a:gd name="connsiteX54" fmla="*/ 4071732 w 8037833"/>
              <a:gd name="connsiteY54" fmla="*/ 3732513 h 3784177"/>
              <a:gd name="connsiteX55" fmla="*/ 4045924 w 8037833"/>
              <a:gd name="connsiteY55" fmla="*/ 3739404 h 3784177"/>
              <a:gd name="connsiteX56" fmla="*/ 4032171 w 8037833"/>
              <a:gd name="connsiteY56" fmla="*/ 3745523 h 3784177"/>
              <a:gd name="connsiteX57" fmla="*/ 4031335 w 8037833"/>
              <a:gd name="connsiteY57" fmla="*/ 3747479 h 3784177"/>
              <a:gd name="connsiteX58" fmla="*/ 3985774 w 8037833"/>
              <a:gd name="connsiteY58" fmla="*/ 3736547 h 3784177"/>
              <a:gd name="connsiteX59" fmla="*/ 3979769 w 8037833"/>
              <a:gd name="connsiteY59" fmla="*/ 3738769 h 3784177"/>
              <a:gd name="connsiteX60" fmla="*/ 3950014 w 8037833"/>
              <a:gd name="connsiteY60" fmla="*/ 3726942 h 3784177"/>
              <a:gd name="connsiteX61" fmla="*/ 3934671 w 8037833"/>
              <a:gd name="connsiteY61" fmla="*/ 3723339 h 3784177"/>
              <a:gd name="connsiteX62" fmla="*/ 3930274 w 8037833"/>
              <a:gd name="connsiteY62" fmla="*/ 3717148 h 3784177"/>
              <a:gd name="connsiteX63" fmla="*/ 3907660 w 8037833"/>
              <a:gd name="connsiteY63" fmla="*/ 3714456 h 3784177"/>
              <a:gd name="connsiteX64" fmla="*/ 3905087 w 8037833"/>
              <a:gd name="connsiteY64" fmla="*/ 3716098 h 3784177"/>
              <a:gd name="connsiteX65" fmla="*/ 3886347 w 8037833"/>
              <a:gd name="connsiteY65" fmla="*/ 3706620 h 3784177"/>
              <a:gd name="connsiteX66" fmla="*/ 3870533 w 8037833"/>
              <a:gd name="connsiteY66" fmla="*/ 3689905 h 3784177"/>
              <a:gd name="connsiteX67" fmla="*/ 3678563 w 8037833"/>
              <a:gd name="connsiteY67" fmla="*/ 3694486 h 3784177"/>
              <a:gd name="connsiteX68" fmla="*/ 3524121 w 8037833"/>
              <a:gd name="connsiteY68" fmla="*/ 3642736 h 3784177"/>
              <a:gd name="connsiteX69" fmla="*/ 3432153 w 8037833"/>
              <a:gd name="connsiteY69" fmla="*/ 3667780 h 3784177"/>
              <a:gd name="connsiteX70" fmla="*/ 3373519 w 8037833"/>
              <a:gd name="connsiteY70" fmla="*/ 3665785 h 3784177"/>
              <a:gd name="connsiteX71" fmla="*/ 3114267 w 8037833"/>
              <a:gd name="connsiteY71" fmla="*/ 3638983 h 3784177"/>
              <a:gd name="connsiteX72" fmla="*/ 3048270 w 8037833"/>
              <a:gd name="connsiteY72" fmla="*/ 3649949 h 3784177"/>
              <a:gd name="connsiteX73" fmla="*/ 2989722 w 8037833"/>
              <a:gd name="connsiteY73" fmla="*/ 3623230 h 3784177"/>
              <a:gd name="connsiteX74" fmla="*/ 2965734 w 8037833"/>
              <a:gd name="connsiteY74" fmla="*/ 3635676 h 3784177"/>
              <a:gd name="connsiteX75" fmla="*/ 2961603 w 8037833"/>
              <a:gd name="connsiteY75" fmla="*/ 3638221 h 3784177"/>
              <a:gd name="connsiteX76" fmla="*/ 2944959 w 8037833"/>
              <a:gd name="connsiteY76" fmla="*/ 3639723 h 3784177"/>
              <a:gd name="connsiteX77" fmla="*/ 2940402 w 8037833"/>
              <a:gd name="connsiteY77" fmla="*/ 3651000 h 3784177"/>
              <a:gd name="connsiteX78" fmla="*/ 2915449 w 8037833"/>
              <a:gd name="connsiteY78" fmla="*/ 3661039 h 3784177"/>
              <a:gd name="connsiteX79" fmla="*/ 2884777 w 8037833"/>
              <a:gd name="connsiteY79" fmla="*/ 3660775 h 3784177"/>
              <a:gd name="connsiteX80" fmla="*/ 2739034 w 8037833"/>
              <a:gd name="connsiteY80" fmla="*/ 3647396 h 3784177"/>
              <a:gd name="connsiteX81" fmla="*/ 2651827 w 8037833"/>
              <a:gd name="connsiteY81" fmla="*/ 3646306 h 3784177"/>
              <a:gd name="connsiteX82" fmla="*/ 2618680 w 8037833"/>
              <a:gd name="connsiteY82" fmla="*/ 3656755 h 3784177"/>
              <a:gd name="connsiteX83" fmla="*/ 2572404 w 8037833"/>
              <a:gd name="connsiteY83" fmla="*/ 3664043 h 3784177"/>
              <a:gd name="connsiteX84" fmla="*/ 2490721 w 8037833"/>
              <a:gd name="connsiteY84" fmla="*/ 3685313 h 3784177"/>
              <a:gd name="connsiteX85" fmla="*/ 2423704 w 8037833"/>
              <a:gd name="connsiteY85" fmla="*/ 3658079 h 3784177"/>
              <a:gd name="connsiteX86" fmla="*/ 2301172 w 8037833"/>
              <a:gd name="connsiteY86" fmla="*/ 3663053 h 3784177"/>
              <a:gd name="connsiteX87" fmla="*/ 2294102 w 8037833"/>
              <a:gd name="connsiteY87" fmla="*/ 3671151 h 3784177"/>
              <a:gd name="connsiteX88" fmla="*/ 2238966 w 8037833"/>
              <a:gd name="connsiteY88" fmla="*/ 3668777 h 3784177"/>
              <a:gd name="connsiteX89" fmla="*/ 2082844 w 8037833"/>
              <a:gd name="connsiteY89" fmla="*/ 3631994 h 3784177"/>
              <a:gd name="connsiteX90" fmla="*/ 1938480 w 8037833"/>
              <a:gd name="connsiteY90" fmla="*/ 3601439 h 3784177"/>
              <a:gd name="connsiteX91" fmla="*/ 1900166 w 8037833"/>
              <a:gd name="connsiteY91" fmla="*/ 3609358 h 3784177"/>
              <a:gd name="connsiteX92" fmla="*/ 1835976 w 8037833"/>
              <a:gd name="connsiteY92" fmla="*/ 3622065 h 3784177"/>
              <a:gd name="connsiteX93" fmla="*/ 1787830 w 8037833"/>
              <a:gd name="connsiteY93" fmla="*/ 3633173 h 3784177"/>
              <a:gd name="connsiteX94" fmla="*/ 1734224 w 8037833"/>
              <a:gd name="connsiteY94" fmla="*/ 3655593 h 3784177"/>
              <a:gd name="connsiteX95" fmla="*/ 1721989 w 8037833"/>
              <a:gd name="connsiteY95" fmla="*/ 3627298 h 3784177"/>
              <a:gd name="connsiteX96" fmla="*/ 1664576 w 8037833"/>
              <a:gd name="connsiteY96" fmla="*/ 3638572 h 3784177"/>
              <a:gd name="connsiteX97" fmla="*/ 1577459 w 8037833"/>
              <a:gd name="connsiteY97" fmla="*/ 3658824 h 3784177"/>
              <a:gd name="connsiteX98" fmla="*/ 1527269 w 8037833"/>
              <a:gd name="connsiteY98" fmla="*/ 3663088 h 3784177"/>
              <a:gd name="connsiteX99" fmla="*/ 1390118 w 8037833"/>
              <a:gd name="connsiteY99" fmla="*/ 3682789 h 3784177"/>
              <a:gd name="connsiteX100" fmla="*/ 1252698 w 8037833"/>
              <a:gd name="connsiteY100" fmla="*/ 3708662 h 3784177"/>
              <a:gd name="connsiteX101" fmla="*/ 1171039 w 8037833"/>
              <a:gd name="connsiteY101" fmla="*/ 3758642 h 3784177"/>
              <a:gd name="connsiteX102" fmla="*/ 1058106 w 8037833"/>
              <a:gd name="connsiteY102" fmla="*/ 3776166 h 3784177"/>
              <a:gd name="connsiteX103" fmla="*/ 1039167 w 8037833"/>
              <a:gd name="connsiteY103" fmla="*/ 3784177 h 3784177"/>
              <a:gd name="connsiteX104" fmla="*/ 1012958 w 8037833"/>
              <a:gd name="connsiteY104" fmla="*/ 3779206 h 3784177"/>
              <a:gd name="connsiteX105" fmla="*/ 907906 w 8037833"/>
              <a:gd name="connsiteY105" fmla="*/ 3757678 h 3784177"/>
              <a:gd name="connsiteX106" fmla="*/ 825226 w 8037833"/>
              <a:gd name="connsiteY106" fmla="*/ 3726369 h 3784177"/>
              <a:gd name="connsiteX107" fmla="*/ 722264 w 8037833"/>
              <a:gd name="connsiteY107" fmla="*/ 3747612 h 3784177"/>
              <a:gd name="connsiteX108" fmla="*/ 659460 w 8037833"/>
              <a:gd name="connsiteY108" fmla="*/ 3740429 h 3784177"/>
              <a:gd name="connsiteX109" fmla="*/ 556552 w 8037833"/>
              <a:gd name="connsiteY109" fmla="*/ 3739124 h 3784177"/>
              <a:gd name="connsiteX110" fmla="*/ 445444 w 8037833"/>
              <a:gd name="connsiteY110" fmla="*/ 3764831 h 3784177"/>
              <a:gd name="connsiteX111" fmla="*/ 393295 w 8037833"/>
              <a:gd name="connsiteY111" fmla="*/ 3753097 h 3784177"/>
              <a:gd name="connsiteX112" fmla="*/ 339711 w 8037833"/>
              <a:gd name="connsiteY112" fmla="*/ 3718242 h 3784177"/>
              <a:gd name="connsiteX113" fmla="*/ 222239 w 8037833"/>
              <a:gd name="connsiteY113" fmla="*/ 3672335 h 3784177"/>
              <a:gd name="connsiteX114" fmla="*/ 163578 w 8037833"/>
              <a:gd name="connsiteY114" fmla="*/ 3656292 h 3784177"/>
              <a:gd name="connsiteX115" fmla="*/ 72220 w 8037833"/>
              <a:gd name="connsiteY115" fmla="*/ 3645272 h 3784177"/>
              <a:gd name="connsiteX116" fmla="*/ 44395 w 8037833"/>
              <a:gd name="connsiteY116" fmla="*/ 3639455 h 3784177"/>
              <a:gd name="connsiteX117" fmla="*/ 1962 w 8037833"/>
              <a:gd name="connsiteY117" fmla="*/ 3635948 h 3784177"/>
              <a:gd name="connsiteX118" fmla="*/ 0 w 8037833"/>
              <a:gd name="connsiteY118" fmla="*/ 3635261 h 3784177"/>
              <a:gd name="connsiteX119" fmla="*/ 0 w 8037833"/>
              <a:gd name="connsiteY11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835383 w 8037833"/>
              <a:gd name="connsiteY23" fmla="*/ 3377529 h 3784177"/>
              <a:gd name="connsiteX24" fmla="*/ 5746050 w 8037833"/>
              <a:gd name="connsiteY24" fmla="*/ 3426142 h 3784177"/>
              <a:gd name="connsiteX25" fmla="*/ 5613670 w 8037833"/>
              <a:gd name="connsiteY25" fmla="*/ 3428671 h 3784177"/>
              <a:gd name="connsiteX26" fmla="*/ 5535334 w 8037833"/>
              <a:gd name="connsiteY26" fmla="*/ 3437044 h 3784177"/>
              <a:gd name="connsiteX27" fmla="*/ 5506940 w 8037833"/>
              <a:gd name="connsiteY27" fmla="*/ 3450999 h 3784177"/>
              <a:gd name="connsiteX28" fmla="*/ 5466372 w 8037833"/>
              <a:gd name="connsiteY28" fmla="*/ 3463245 h 3784177"/>
              <a:gd name="connsiteX29" fmla="*/ 5395833 w 8037833"/>
              <a:gd name="connsiteY29" fmla="*/ 3493194 h 3784177"/>
              <a:gd name="connsiteX30" fmla="*/ 5305325 w 8037833"/>
              <a:gd name="connsiteY30" fmla="*/ 3505200 h 3784177"/>
              <a:gd name="connsiteX31" fmla="*/ 5223043 w 8037833"/>
              <a:gd name="connsiteY31" fmla="*/ 3491664 h 3784177"/>
              <a:gd name="connsiteX32" fmla="*/ 5217733 w 8037833"/>
              <a:gd name="connsiteY32" fmla="*/ 3500463 h 3784177"/>
              <a:gd name="connsiteX33" fmla="*/ 5167992 w 8037833"/>
              <a:gd name="connsiteY33" fmla="*/ 3504085 h 3784177"/>
              <a:gd name="connsiteX34" fmla="*/ 4987020 w 8037833"/>
              <a:gd name="connsiteY34" fmla="*/ 3461263 h 3784177"/>
              <a:gd name="connsiteX35" fmla="*/ 4890003 w 8037833"/>
              <a:gd name="connsiteY35" fmla="*/ 3469874 h 3784177"/>
              <a:gd name="connsiteX36" fmla="*/ 4856654 w 8037833"/>
              <a:gd name="connsiteY36" fmla="*/ 3481880 h 3784177"/>
              <a:gd name="connsiteX37" fmla="*/ 4800711 w 8037833"/>
              <a:gd name="connsiteY37" fmla="*/ 3501441 h 3784177"/>
              <a:gd name="connsiteX38" fmla="*/ 4761569 w 8037833"/>
              <a:gd name="connsiteY38" fmla="*/ 3538103 h 3784177"/>
              <a:gd name="connsiteX39" fmla="*/ 4713734 w 8037833"/>
              <a:gd name="connsiteY39" fmla="*/ 3545724 h 3784177"/>
              <a:gd name="connsiteX40" fmla="*/ 4699169 w 8037833"/>
              <a:gd name="connsiteY40" fmla="*/ 3518988 h 3784177"/>
              <a:gd name="connsiteX41" fmla="*/ 4649120 w 8037833"/>
              <a:gd name="connsiteY41" fmla="*/ 3536392 h 3784177"/>
              <a:gd name="connsiteX42" fmla="*/ 4573578 w 8037833"/>
              <a:gd name="connsiteY42" fmla="*/ 3565923 h 3784177"/>
              <a:gd name="connsiteX43" fmla="*/ 4529117 w 8037833"/>
              <a:gd name="connsiteY43" fmla="*/ 3575592 h 3784177"/>
              <a:gd name="connsiteX44" fmla="*/ 4408641 w 8037833"/>
              <a:gd name="connsiteY44" fmla="*/ 3610000 h 3784177"/>
              <a:gd name="connsiteX45" fmla="*/ 4356402 w 8037833"/>
              <a:gd name="connsiteY45" fmla="*/ 3642792 h 3784177"/>
              <a:gd name="connsiteX46" fmla="*/ 4270245 w 8037833"/>
              <a:gd name="connsiteY46" fmla="*/ 3665789 h 3784177"/>
              <a:gd name="connsiteX47" fmla="*/ 4208725 w 8037833"/>
              <a:gd name="connsiteY47" fmla="*/ 3704841 h 3784177"/>
              <a:gd name="connsiteX48" fmla="*/ 4201632 w 8037833"/>
              <a:gd name="connsiteY48" fmla="*/ 3702602 h 3784177"/>
              <a:gd name="connsiteX49" fmla="*/ 4191289 w 8037833"/>
              <a:gd name="connsiteY49" fmla="*/ 3702380 h 3784177"/>
              <a:gd name="connsiteX50" fmla="*/ 4191039 w 8037833"/>
              <a:gd name="connsiteY50" fmla="*/ 3702831 h 3784177"/>
              <a:gd name="connsiteX51" fmla="*/ 4181340 w 8037833"/>
              <a:gd name="connsiteY51" fmla="*/ 3701729 h 3784177"/>
              <a:gd name="connsiteX52" fmla="*/ 4133816 w 8037833"/>
              <a:gd name="connsiteY52" fmla="*/ 3690565 h 3784177"/>
              <a:gd name="connsiteX53" fmla="*/ 4071732 w 8037833"/>
              <a:gd name="connsiteY53" fmla="*/ 3732513 h 3784177"/>
              <a:gd name="connsiteX54" fmla="*/ 4045924 w 8037833"/>
              <a:gd name="connsiteY54" fmla="*/ 3739404 h 3784177"/>
              <a:gd name="connsiteX55" fmla="*/ 4032171 w 8037833"/>
              <a:gd name="connsiteY55" fmla="*/ 3745523 h 3784177"/>
              <a:gd name="connsiteX56" fmla="*/ 4031335 w 8037833"/>
              <a:gd name="connsiteY56" fmla="*/ 3747479 h 3784177"/>
              <a:gd name="connsiteX57" fmla="*/ 3985774 w 8037833"/>
              <a:gd name="connsiteY57" fmla="*/ 3736547 h 3784177"/>
              <a:gd name="connsiteX58" fmla="*/ 3979769 w 8037833"/>
              <a:gd name="connsiteY58" fmla="*/ 3738769 h 3784177"/>
              <a:gd name="connsiteX59" fmla="*/ 3950014 w 8037833"/>
              <a:gd name="connsiteY59" fmla="*/ 3726942 h 3784177"/>
              <a:gd name="connsiteX60" fmla="*/ 3934671 w 8037833"/>
              <a:gd name="connsiteY60" fmla="*/ 3723339 h 3784177"/>
              <a:gd name="connsiteX61" fmla="*/ 3930274 w 8037833"/>
              <a:gd name="connsiteY61" fmla="*/ 3717148 h 3784177"/>
              <a:gd name="connsiteX62" fmla="*/ 3907660 w 8037833"/>
              <a:gd name="connsiteY62" fmla="*/ 3714456 h 3784177"/>
              <a:gd name="connsiteX63" fmla="*/ 3905087 w 8037833"/>
              <a:gd name="connsiteY63" fmla="*/ 3716098 h 3784177"/>
              <a:gd name="connsiteX64" fmla="*/ 3886347 w 8037833"/>
              <a:gd name="connsiteY64" fmla="*/ 3706620 h 3784177"/>
              <a:gd name="connsiteX65" fmla="*/ 3870533 w 8037833"/>
              <a:gd name="connsiteY65" fmla="*/ 3689905 h 3784177"/>
              <a:gd name="connsiteX66" fmla="*/ 3678563 w 8037833"/>
              <a:gd name="connsiteY66" fmla="*/ 3694486 h 3784177"/>
              <a:gd name="connsiteX67" fmla="*/ 3524121 w 8037833"/>
              <a:gd name="connsiteY67" fmla="*/ 3642736 h 3784177"/>
              <a:gd name="connsiteX68" fmla="*/ 3432153 w 8037833"/>
              <a:gd name="connsiteY68" fmla="*/ 3667780 h 3784177"/>
              <a:gd name="connsiteX69" fmla="*/ 3373519 w 8037833"/>
              <a:gd name="connsiteY69" fmla="*/ 3665785 h 3784177"/>
              <a:gd name="connsiteX70" fmla="*/ 3114267 w 8037833"/>
              <a:gd name="connsiteY70" fmla="*/ 3638983 h 3784177"/>
              <a:gd name="connsiteX71" fmla="*/ 3048270 w 8037833"/>
              <a:gd name="connsiteY71" fmla="*/ 3649949 h 3784177"/>
              <a:gd name="connsiteX72" fmla="*/ 2989722 w 8037833"/>
              <a:gd name="connsiteY72" fmla="*/ 3623230 h 3784177"/>
              <a:gd name="connsiteX73" fmla="*/ 2965734 w 8037833"/>
              <a:gd name="connsiteY73" fmla="*/ 3635676 h 3784177"/>
              <a:gd name="connsiteX74" fmla="*/ 2961603 w 8037833"/>
              <a:gd name="connsiteY74" fmla="*/ 3638221 h 3784177"/>
              <a:gd name="connsiteX75" fmla="*/ 2944959 w 8037833"/>
              <a:gd name="connsiteY75" fmla="*/ 3639723 h 3784177"/>
              <a:gd name="connsiteX76" fmla="*/ 2940402 w 8037833"/>
              <a:gd name="connsiteY76" fmla="*/ 3651000 h 3784177"/>
              <a:gd name="connsiteX77" fmla="*/ 2915449 w 8037833"/>
              <a:gd name="connsiteY77" fmla="*/ 3661039 h 3784177"/>
              <a:gd name="connsiteX78" fmla="*/ 2884777 w 8037833"/>
              <a:gd name="connsiteY78" fmla="*/ 3660775 h 3784177"/>
              <a:gd name="connsiteX79" fmla="*/ 2739034 w 8037833"/>
              <a:gd name="connsiteY79" fmla="*/ 3647396 h 3784177"/>
              <a:gd name="connsiteX80" fmla="*/ 2651827 w 8037833"/>
              <a:gd name="connsiteY80" fmla="*/ 3646306 h 3784177"/>
              <a:gd name="connsiteX81" fmla="*/ 2618680 w 8037833"/>
              <a:gd name="connsiteY81" fmla="*/ 3656755 h 3784177"/>
              <a:gd name="connsiteX82" fmla="*/ 2572404 w 8037833"/>
              <a:gd name="connsiteY82" fmla="*/ 3664043 h 3784177"/>
              <a:gd name="connsiteX83" fmla="*/ 2490721 w 8037833"/>
              <a:gd name="connsiteY83" fmla="*/ 3685313 h 3784177"/>
              <a:gd name="connsiteX84" fmla="*/ 2423704 w 8037833"/>
              <a:gd name="connsiteY84" fmla="*/ 3658079 h 3784177"/>
              <a:gd name="connsiteX85" fmla="*/ 2301172 w 8037833"/>
              <a:gd name="connsiteY85" fmla="*/ 3663053 h 3784177"/>
              <a:gd name="connsiteX86" fmla="*/ 2294102 w 8037833"/>
              <a:gd name="connsiteY86" fmla="*/ 3671151 h 3784177"/>
              <a:gd name="connsiteX87" fmla="*/ 2238966 w 8037833"/>
              <a:gd name="connsiteY87" fmla="*/ 3668777 h 3784177"/>
              <a:gd name="connsiteX88" fmla="*/ 2082844 w 8037833"/>
              <a:gd name="connsiteY88" fmla="*/ 3631994 h 3784177"/>
              <a:gd name="connsiteX89" fmla="*/ 1938480 w 8037833"/>
              <a:gd name="connsiteY89" fmla="*/ 3601439 h 3784177"/>
              <a:gd name="connsiteX90" fmla="*/ 1900166 w 8037833"/>
              <a:gd name="connsiteY90" fmla="*/ 3609358 h 3784177"/>
              <a:gd name="connsiteX91" fmla="*/ 1835976 w 8037833"/>
              <a:gd name="connsiteY91" fmla="*/ 3622065 h 3784177"/>
              <a:gd name="connsiteX92" fmla="*/ 1787830 w 8037833"/>
              <a:gd name="connsiteY92" fmla="*/ 3633173 h 3784177"/>
              <a:gd name="connsiteX93" fmla="*/ 1734224 w 8037833"/>
              <a:gd name="connsiteY93" fmla="*/ 3655593 h 3784177"/>
              <a:gd name="connsiteX94" fmla="*/ 1721989 w 8037833"/>
              <a:gd name="connsiteY94" fmla="*/ 3627298 h 3784177"/>
              <a:gd name="connsiteX95" fmla="*/ 1664576 w 8037833"/>
              <a:gd name="connsiteY95" fmla="*/ 3638572 h 3784177"/>
              <a:gd name="connsiteX96" fmla="*/ 1577459 w 8037833"/>
              <a:gd name="connsiteY96" fmla="*/ 3658824 h 3784177"/>
              <a:gd name="connsiteX97" fmla="*/ 1527269 w 8037833"/>
              <a:gd name="connsiteY97" fmla="*/ 3663088 h 3784177"/>
              <a:gd name="connsiteX98" fmla="*/ 1390118 w 8037833"/>
              <a:gd name="connsiteY98" fmla="*/ 3682789 h 3784177"/>
              <a:gd name="connsiteX99" fmla="*/ 1252698 w 8037833"/>
              <a:gd name="connsiteY99" fmla="*/ 3708662 h 3784177"/>
              <a:gd name="connsiteX100" fmla="*/ 1171039 w 8037833"/>
              <a:gd name="connsiteY100" fmla="*/ 3758642 h 3784177"/>
              <a:gd name="connsiteX101" fmla="*/ 1058106 w 8037833"/>
              <a:gd name="connsiteY101" fmla="*/ 3776166 h 3784177"/>
              <a:gd name="connsiteX102" fmla="*/ 1039167 w 8037833"/>
              <a:gd name="connsiteY102" fmla="*/ 3784177 h 3784177"/>
              <a:gd name="connsiteX103" fmla="*/ 1012958 w 8037833"/>
              <a:gd name="connsiteY103" fmla="*/ 3779206 h 3784177"/>
              <a:gd name="connsiteX104" fmla="*/ 907906 w 8037833"/>
              <a:gd name="connsiteY104" fmla="*/ 3757678 h 3784177"/>
              <a:gd name="connsiteX105" fmla="*/ 825226 w 8037833"/>
              <a:gd name="connsiteY105" fmla="*/ 3726369 h 3784177"/>
              <a:gd name="connsiteX106" fmla="*/ 722264 w 8037833"/>
              <a:gd name="connsiteY106" fmla="*/ 3747612 h 3784177"/>
              <a:gd name="connsiteX107" fmla="*/ 659460 w 8037833"/>
              <a:gd name="connsiteY107" fmla="*/ 3740429 h 3784177"/>
              <a:gd name="connsiteX108" fmla="*/ 556552 w 8037833"/>
              <a:gd name="connsiteY108" fmla="*/ 3739124 h 3784177"/>
              <a:gd name="connsiteX109" fmla="*/ 445444 w 8037833"/>
              <a:gd name="connsiteY109" fmla="*/ 3764831 h 3784177"/>
              <a:gd name="connsiteX110" fmla="*/ 393295 w 8037833"/>
              <a:gd name="connsiteY110" fmla="*/ 3753097 h 3784177"/>
              <a:gd name="connsiteX111" fmla="*/ 339711 w 8037833"/>
              <a:gd name="connsiteY111" fmla="*/ 3718242 h 3784177"/>
              <a:gd name="connsiteX112" fmla="*/ 222239 w 8037833"/>
              <a:gd name="connsiteY112" fmla="*/ 3672335 h 3784177"/>
              <a:gd name="connsiteX113" fmla="*/ 163578 w 8037833"/>
              <a:gd name="connsiteY113" fmla="*/ 3656292 h 3784177"/>
              <a:gd name="connsiteX114" fmla="*/ 72220 w 8037833"/>
              <a:gd name="connsiteY114" fmla="*/ 3645272 h 3784177"/>
              <a:gd name="connsiteX115" fmla="*/ 44395 w 8037833"/>
              <a:gd name="connsiteY115" fmla="*/ 3639455 h 3784177"/>
              <a:gd name="connsiteX116" fmla="*/ 1962 w 8037833"/>
              <a:gd name="connsiteY116" fmla="*/ 3635948 h 3784177"/>
              <a:gd name="connsiteX117" fmla="*/ 0 w 8037833"/>
              <a:gd name="connsiteY117" fmla="*/ 3635261 h 3784177"/>
              <a:gd name="connsiteX118" fmla="*/ 0 w 8037833"/>
              <a:gd name="connsiteY11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609242 w 8037833"/>
              <a:gd name="connsiteY18" fmla="*/ 335504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835383 w 8037833"/>
              <a:gd name="connsiteY23" fmla="*/ 3377529 h 3784177"/>
              <a:gd name="connsiteX24" fmla="*/ 5746050 w 8037833"/>
              <a:gd name="connsiteY24" fmla="*/ 3426142 h 3784177"/>
              <a:gd name="connsiteX25" fmla="*/ 5613670 w 8037833"/>
              <a:gd name="connsiteY25" fmla="*/ 3428671 h 3784177"/>
              <a:gd name="connsiteX26" fmla="*/ 5535334 w 8037833"/>
              <a:gd name="connsiteY26" fmla="*/ 3437044 h 3784177"/>
              <a:gd name="connsiteX27" fmla="*/ 5506940 w 8037833"/>
              <a:gd name="connsiteY27" fmla="*/ 3450999 h 3784177"/>
              <a:gd name="connsiteX28" fmla="*/ 5466372 w 8037833"/>
              <a:gd name="connsiteY28" fmla="*/ 3463245 h 3784177"/>
              <a:gd name="connsiteX29" fmla="*/ 5395833 w 8037833"/>
              <a:gd name="connsiteY29" fmla="*/ 3493194 h 3784177"/>
              <a:gd name="connsiteX30" fmla="*/ 5305325 w 8037833"/>
              <a:gd name="connsiteY30" fmla="*/ 3505200 h 3784177"/>
              <a:gd name="connsiteX31" fmla="*/ 5223043 w 8037833"/>
              <a:gd name="connsiteY31" fmla="*/ 3491664 h 3784177"/>
              <a:gd name="connsiteX32" fmla="*/ 5217733 w 8037833"/>
              <a:gd name="connsiteY32" fmla="*/ 3500463 h 3784177"/>
              <a:gd name="connsiteX33" fmla="*/ 5167992 w 8037833"/>
              <a:gd name="connsiteY33" fmla="*/ 3504085 h 3784177"/>
              <a:gd name="connsiteX34" fmla="*/ 4987020 w 8037833"/>
              <a:gd name="connsiteY34" fmla="*/ 3461263 h 3784177"/>
              <a:gd name="connsiteX35" fmla="*/ 4890003 w 8037833"/>
              <a:gd name="connsiteY35" fmla="*/ 3469874 h 3784177"/>
              <a:gd name="connsiteX36" fmla="*/ 4856654 w 8037833"/>
              <a:gd name="connsiteY36" fmla="*/ 3481880 h 3784177"/>
              <a:gd name="connsiteX37" fmla="*/ 4800711 w 8037833"/>
              <a:gd name="connsiteY37" fmla="*/ 3501441 h 3784177"/>
              <a:gd name="connsiteX38" fmla="*/ 4761569 w 8037833"/>
              <a:gd name="connsiteY38" fmla="*/ 3538103 h 3784177"/>
              <a:gd name="connsiteX39" fmla="*/ 4713734 w 8037833"/>
              <a:gd name="connsiteY39" fmla="*/ 3545724 h 3784177"/>
              <a:gd name="connsiteX40" fmla="*/ 4699169 w 8037833"/>
              <a:gd name="connsiteY40" fmla="*/ 3518988 h 3784177"/>
              <a:gd name="connsiteX41" fmla="*/ 4649120 w 8037833"/>
              <a:gd name="connsiteY41" fmla="*/ 3536392 h 3784177"/>
              <a:gd name="connsiteX42" fmla="*/ 4573578 w 8037833"/>
              <a:gd name="connsiteY42" fmla="*/ 3565923 h 3784177"/>
              <a:gd name="connsiteX43" fmla="*/ 4529117 w 8037833"/>
              <a:gd name="connsiteY43" fmla="*/ 3575592 h 3784177"/>
              <a:gd name="connsiteX44" fmla="*/ 4408641 w 8037833"/>
              <a:gd name="connsiteY44" fmla="*/ 3610000 h 3784177"/>
              <a:gd name="connsiteX45" fmla="*/ 4356402 w 8037833"/>
              <a:gd name="connsiteY45" fmla="*/ 3642792 h 3784177"/>
              <a:gd name="connsiteX46" fmla="*/ 4270245 w 8037833"/>
              <a:gd name="connsiteY46" fmla="*/ 3665789 h 3784177"/>
              <a:gd name="connsiteX47" fmla="*/ 4208725 w 8037833"/>
              <a:gd name="connsiteY47" fmla="*/ 3704841 h 3784177"/>
              <a:gd name="connsiteX48" fmla="*/ 4201632 w 8037833"/>
              <a:gd name="connsiteY48" fmla="*/ 3702602 h 3784177"/>
              <a:gd name="connsiteX49" fmla="*/ 4191289 w 8037833"/>
              <a:gd name="connsiteY49" fmla="*/ 3702380 h 3784177"/>
              <a:gd name="connsiteX50" fmla="*/ 4191039 w 8037833"/>
              <a:gd name="connsiteY50" fmla="*/ 3702831 h 3784177"/>
              <a:gd name="connsiteX51" fmla="*/ 4181340 w 8037833"/>
              <a:gd name="connsiteY51" fmla="*/ 3701729 h 3784177"/>
              <a:gd name="connsiteX52" fmla="*/ 4133816 w 8037833"/>
              <a:gd name="connsiteY52" fmla="*/ 3690565 h 3784177"/>
              <a:gd name="connsiteX53" fmla="*/ 4071732 w 8037833"/>
              <a:gd name="connsiteY53" fmla="*/ 3732513 h 3784177"/>
              <a:gd name="connsiteX54" fmla="*/ 4045924 w 8037833"/>
              <a:gd name="connsiteY54" fmla="*/ 3739404 h 3784177"/>
              <a:gd name="connsiteX55" fmla="*/ 4032171 w 8037833"/>
              <a:gd name="connsiteY55" fmla="*/ 3745523 h 3784177"/>
              <a:gd name="connsiteX56" fmla="*/ 4031335 w 8037833"/>
              <a:gd name="connsiteY56" fmla="*/ 3747479 h 3784177"/>
              <a:gd name="connsiteX57" fmla="*/ 3985774 w 8037833"/>
              <a:gd name="connsiteY57" fmla="*/ 3736547 h 3784177"/>
              <a:gd name="connsiteX58" fmla="*/ 3979769 w 8037833"/>
              <a:gd name="connsiteY58" fmla="*/ 3738769 h 3784177"/>
              <a:gd name="connsiteX59" fmla="*/ 3950014 w 8037833"/>
              <a:gd name="connsiteY59" fmla="*/ 3726942 h 3784177"/>
              <a:gd name="connsiteX60" fmla="*/ 3934671 w 8037833"/>
              <a:gd name="connsiteY60" fmla="*/ 3723339 h 3784177"/>
              <a:gd name="connsiteX61" fmla="*/ 3930274 w 8037833"/>
              <a:gd name="connsiteY61" fmla="*/ 3717148 h 3784177"/>
              <a:gd name="connsiteX62" fmla="*/ 3907660 w 8037833"/>
              <a:gd name="connsiteY62" fmla="*/ 3714456 h 3784177"/>
              <a:gd name="connsiteX63" fmla="*/ 3905087 w 8037833"/>
              <a:gd name="connsiteY63" fmla="*/ 3716098 h 3784177"/>
              <a:gd name="connsiteX64" fmla="*/ 3886347 w 8037833"/>
              <a:gd name="connsiteY64" fmla="*/ 3706620 h 3784177"/>
              <a:gd name="connsiteX65" fmla="*/ 3870533 w 8037833"/>
              <a:gd name="connsiteY65" fmla="*/ 3689905 h 3784177"/>
              <a:gd name="connsiteX66" fmla="*/ 3678563 w 8037833"/>
              <a:gd name="connsiteY66" fmla="*/ 3694486 h 3784177"/>
              <a:gd name="connsiteX67" fmla="*/ 3524121 w 8037833"/>
              <a:gd name="connsiteY67" fmla="*/ 3642736 h 3784177"/>
              <a:gd name="connsiteX68" fmla="*/ 3432153 w 8037833"/>
              <a:gd name="connsiteY68" fmla="*/ 3667780 h 3784177"/>
              <a:gd name="connsiteX69" fmla="*/ 3373519 w 8037833"/>
              <a:gd name="connsiteY69" fmla="*/ 3665785 h 3784177"/>
              <a:gd name="connsiteX70" fmla="*/ 3114267 w 8037833"/>
              <a:gd name="connsiteY70" fmla="*/ 3638983 h 3784177"/>
              <a:gd name="connsiteX71" fmla="*/ 3048270 w 8037833"/>
              <a:gd name="connsiteY71" fmla="*/ 3649949 h 3784177"/>
              <a:gd name="connsiteX72" fmla="*/ 2989722 w 8037833"/>
              <a:gd name="connsiteY72" fmla="*/ 3623230 h 3784177"/>
              <a:gd name="connsiteX73" fmla="*/ 2965734 w 8037833"/>
              <a:gd name="connsiteY73" fmla="*/ 3635676 h 3784177"/>
              <a:gd name="connsiteX74" fmla="*/ 2961603 w 8037833"/>
              <a:gd name="connsiteY74" fmla="*/ 3638221 h 3784177"/>
              <a:gd name="connsiteX75" fmla="*/ 2944959 w 8037833"/>
              <a:gd name="connsiteY75" fmla="*/ 3639723 h 3784177"/>
              <a:gd name="connsiteX76" fmla="*/ 2940402 w 8037833"/>
              <a:gd name="connsiteY76" fmla="*/ 3651000 h 3784177"/>
              <a:gd name="connsiteX77" fmla="*/ 2915449 w 8037833"/>
              <a:gd name="connsiteY77" fmla="*/ 3661039 h 3784177"/>
              <a:gd name="connsiteX78" fmla="*/ 2884777 w 8037833"/>
              <a:gd name="connsiteY78" fmla="*/ 3660775 h 3784177"/>
              <a:gd name="connsiteX79" fmla="*/ 2739034 w 8037833"/>
              <a:gd name="connsiteY79" fmla="*/ 3647396 h 3784177"/>
              <a:gd name="connsiteX80" fmla="*/ 2651827 w 8037833"/>
              <a:gd name="connsiteY80" fmla="*/ 3646306 h 3784177"/>
              <a:gd name="connsiteX81" fmla="*/ 2618680 w 8037833"/>
              <a:gd name="connsiteY81" fmla="*/ 3656755 h 3784177"/>
              <a:gd name="connsiteX82" fmla="*/ 2572404 w 8037833"/>
              <a:gd name="connsiteY82" fmla="*/ 3664043 h 3784177"/>
              <a:gd name="connsiteX83" fmla="*/ 2490721 w 8037833"/>
              <a:gd name="connsiteY83" fmla="*/ 3685313 h 3784177"/>
              <a:gd name="connsiteX84" fmla="*/ 2423704 w 8037833"/>
              <a:gd name="connsiteY84" fmla="*/ 3658079 h 3784177"/>
              <a:gd name="connsiteX85" fmla="*/ 2301172 w 8037833"/>
              <a:gd name="connsiteY85" fmla="*/ 3663053 h 3784177"/>
              <a:gd name="connsiteX86" fmla="*/ 2294102 w 8037833"/>
              <a:gd name="connsiteY86" fmla="*/ 3671151 h 3784177"/>
              <a:gd name="connsiteX87" fmla="*/ 2238966 w 8037833"/>
              <a:gd name="connsiteY87" fmla="*/ 3668777 h 3784177"/>
              <a:gd name="connsiteX88" fmla="*/ 2082844 w 8037833"/>
              <a:gd name="connsiteY88" fmla="*/ 3631994 h 3784177"/>
              <a:gd name="connsiteX89" fmla="*/ 1938480 w 8037833"/>
              <a:gd name="connsiteY89" fmla="*/ 3601439 h 3784177"/>
              <a:gd name="connsiteX90" fmla="*/ 1900166 w 8037833"/>
              <a:gd name="connsiteY90" fmla="*/ 3609358 h 3784177"/>
              <a:gd name="connsiteX91" fmla="*/ 1835976 w 8037833"/>
              <a:gd name="connsiteY91" fmla="*/ 3622065 h 3784177"/>
              <a:gd name="connsiteX92" fmla="*/ 1787830 w 8037833"/>
              <a:gd name="connsiteY92" fmla="*/ 3633173 h 3784177"/>
              <a:gd name="connsiteX93" fmla="*/ 1734224 w 8037833"/>
              <a:gd name="connsiteY93" fmla="*/ 3655593 h 3784177"/>
              <a:gd name="connsiteX94" fmla="*/ 1721989 w 8037833"/>
              <a:gd name="connsiteY94" fmla="*/ 3627298 h 3784177"/>
              <a:gd name="connsiteX95" fmla="*/ 1664576 w 8037833"/>
              <a:gd name="connsiteY95" fmla="*/ 3638572 h 3784177"/>
              <a:gd name="connsiteX96" fmla="*/ 1577459 w 8037833"/>
              <a:gd name="connsiteY96" fmla="*/ 3658824 h 3784177"/>
              <a:gd name="connsiteX97" fmla="*/ 1527269 w 8037833"/>
              <a:gd name="connsiteY97" fmla="*/ 3663088 h 3784177"/>
              <a:gd name="connsiteX98" fmla="*/ 1390118 w 8037833"/>
              <a:gd name="connsiteY98" fmla="*/ 3682789 h 3784177"/>
              <a:gd name="connsiteX99" fmla="*/ 1252698 w 8037833"/>
              <a:gd name="connsiteY99" fmla="*/ 3708662 h 3784177"/>
              <a:gd name="connsiteX100" fmla="*/ 1171039 w 8037833"/>
              <a:gd name="connsiteY100" fmla="*/ 3758642 h 3784177"/>
              <a:gd name="connsiteX101" fmla="*/ 1058106 w 8037833"/>
              <a:gd name="connsiteY101" fmla="*/ 3776166 h 3784177"/>
              <a:gd name="connsiteX102" fmla="*/ 1039167 w 8037833"/>
              <a:gd name="connsiteY102" fmla="*/ 3784177 h 3784177"/>
              <a:gd name="connsiteX103" fmla="*/ 1012958 w 8037833"/>
              <a:gd name="connsiteY103" fmla="*/ 3779206 h 3784177"/>
              <a:gd name="connsiteX104" fmla="*/ 907906 w 8037833"/>
              <a:gd name="connsiteY104" fmla="*/ 3757678 h 3784177"/>
              <a:gd name="connsiteX105" fmla="*/ 825226 w 8037833"/>
              <a:gd name="connsiteY105" fmla="*/ 3726369 h 3784177"/>
              <a:gd name="connsiteX106" fmla="*/ 722264 w 8037833"/>
              <a:gd name="connsiteY106" fmla="*/ 3747612 h 3784177"/>
              <a:gd name="connsiteX107" fmla="*/ 659460 w 8037833"/>
              <a:gd name="connsiteY107" fmla="*/ 3740429 h 3784177"/>
              <a:gd name="connsiteX108" fmla="*/ 556552 w 8037833"/>
              <a:gd name="connsiteY108" fmla="*/ 3739124 h 3784177"/>
              <a:gd name="connsiteX109" fmla="*/ 445444 w 8037833"/>
              <a:gd name="connsiteY109" fmla="*/ 3764831 h 3784177"/>
              <a:gd name="connsiteX110" fmla="*/ 393295 w 8037833"/>
              <a:gd name="connsiteY110" fmla="*/ 3753097 h 3784177"/>
              <a:gd name="connsiteX111" fmla="*/ 339711 w 8037833"/>
              <a:gd name="connsiteY111" fmla="*/ 3718242 h 3784177"/>
              <a:gd name="connsiteX112" fmla="*/ 222239 w 8037833"/>
              <a:gd name="connsiteY112" fmla="*/ 3672335 h 3784177"/>
              <a:gd name="connsiteX113" fmla="*/ 163578 w 8037833"/>
              <a:gd name="connsiteY113" fmla="*/ 3656292 h 3784177"/>
              <a:gd name="connsiteX114" fmla="*/ 72220 w 8037833"/>
              <a:gd name="connsiteY114" fmla="*/ 3645272 h 3784177"/>
              <a:gd name="connsiteX115" fmla="*/ 44395 w 8037833"/>
              <a:gd name="connsiteY115" fmla="*/ 3639455 h 3784177"/>
              <a:gd name="connsiteX116" fmla="*/ 1962 w 8037833"/>
              <a:gd name="connsiteY116" fmla="*/ 3635948 h 3784177"/>
              <a:gd name="connsiteX117" fmla="*/ 0 w 8037833"/>
              <a:gd name="connsiteY117" fmla="*/ 3635261 h 3784177"/>
              <a:gd name="connsiteX118" fmla="*/ 0 w 8037833"/>
              <a:gd name="connsiteY11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718286 w 8037833"/>
              <a:gd name="connsiteY17" fmla="*/ 3382997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835383 w 8037833"/>
              <a:gd name="connsiteY23" fmla="*/ 3377529 h 3784177"/>
              <a:gd name="connsiteX24" fmla="*/ 5746050 w 8037833"/>
              <a:gd name="connsiteY24" fmla="*/ 3426142 h 3784177"/>
              <a:gd name="connsiteX25" fmla="*/ 5613670 w 8037833"/>
              <a:gd name="connsiteY25" fmla="*/ 3428671 h 3784177"/>
              <a:gd name="connsiteX26" fmla="*/ 5535334 w 8037833"/>
              <a:gd name="connsiteY26" fmla="*/ 3437044 h 3784177"/>
              <a:gd name="connsiteX27" fmla="*/ 5506940 w 8037833"/>
              <a:gd name="connsiteY27" fmla="*/ 3450999 h 3784177"/>
              <a:gd name="connsiteX28" fmla="*/ 5466372 w 8037833"/>
              <a:gd name="connsiteY28" fmla="*/ 3463245 h 3784177"/>
              <a:gd name="connsiteX29" fmla="*/ 5395833 w 8037833"/>
              <a:gd name="connsiteY29" fmla="*/ 3493194 h 3784177"/>
              <a:gd name="connsiteX30" fmla="*/ 5305325 w 8037833"/>
              <a:gd name="connsiteY30" fmla="*/ 3505200 h 3784177"/>
              <a:gd name="connsiteX31" fmla="*/ 5223043 w 8037833"/>
              <a:gd name="connsiteY31" fmla="*/ 3491664 h 3784177"/>
              <a:gd name="connsiteX32" fmla="*/ 5217733 w 8037833"/>
              <a:gd name="connsiteY32" fmla="*/ 3500463 h 3784177"/>
              <a:gd name="connsiteX33" fmla="*/ 5167992 w 8037833"/>
              <a:gd name="connsiteY33" fmla="*/ 3504085 h 3784177"/>
              <a:gd name="connsiteX34" fmla="*/ 4987020 w 8037833"/>
              <a:gd name="connsiteY34" fmla="*/ 3461263 h 3784177"/>
              <a:gd name="connsiteX35" fmla="*/ 4890003 w 8037833"/>
              <a:gd name="connsiteY35" fmla="*/ 3469874 h 3784177"/>
              <a:gd name="connsiteX36" fmla="*/ 4856654 w 8037833"/>
              <a:gd name="connsiteY36" fmla="*/ 3481880 h 3784177"/>
              <a:gd name="connsiteX37" fmla="*/ 4800711 w 8037833"/>
              <a:gd name="connsiteY37" fmla="*/ 3501441 h 3784177"/>
              <a:gd name="connsiteX38" fmla="*/ 4761569 w 8037833"/>
              <a:gd name="connsiteY38" fmla="*/ 3538103 h 3784177"/>
              <a:gd name="connsiteX39" fmla="*/ 4713734 w 8037833"/>
              <a:gd name="connsiteY39" fmla="*/ 3545724 h 3784177"/>
              <a:gd name="connsiteX40" fmla="*/ 4699169 w 8037833"/>
              <a:gd name="connsiteY40" fmla="*/ 3518988 h 3784177"/>
              <a:gd name="connsiteX41" fmla="*/ 4649120 w 8037833"/>
              <a:gd name="connsiteY41" fmla="*/ 3536392 h 3784177"/>
              <a:gd name="connsiteX42" fmla="*/ 4573578 w 8037833"/>
              <a:gd name="connsiteY42" fmla="*/ 3565923 h 3784177"/>
              <a:gd name="connsiteX43" fmla="*/ 4529117 w 8037833"/>
              <a:gd name="connsiteY43" fmla="*/ 3575592 h 3784177"/>
              <a:gd name="connsiteX44" fmla="*/ 4408641 w 8037833"/>
              <a:gd name="connsiteY44" fmla="*/ 3610000 h 3784177"/>
              <a:gd name="connsiteX45" fmla="*/ 4356402 w 8037833"/>
              <a:gd name="connsiteY45" fmla="*/ 3642792 h 3784177"/>
              <a:gd name="connsiteX46" fmla="*/ 4270245 w 8037833"/>
              <a:gd name="connsiteY46" fmla="*/ 3665789 h 3784177"/>
              <a:gd name="connsiteX47" fmla="*/ 4208725 w 8037833"/>
              <a:gd name="connsiteY47" fmla="*/ 3704841 h 3784177"/>
              <a:gd name="connsiteX48" fmla="*/ 4201632 w 8037833"/>
              <a:gd name="connsiteY48" fmla="*/ 3702602 h 3784177"/>
              <a:gd name="connsiteX49" fmla="*/ 4191289 w 8037833"/>
              <a:gd name="connsiteY49" fmla="*/ 3702380 h 3784177"/>
              <a:gd name="connsiteX50" fmla="*/ 4191039 w 8037833"/>
              <a:gd name="connsiteY50" fmla="*/ 3702831 h 3784177"/>
              <a:gd name="connsiteX51" fmla="*/ 4181340 w 8037833"/>
              <a:gd name="connsiteY51" fmla="*/ 3701729 h 3784177"/>
              <a:gd name="connsiteX52" fmla="*/ 4133816 w 8037833"/>
              <a:gd name="connsiteY52" fmla="*/ 3690565 h 3784177"/>
              <a:gd name="connsiteX53" fmla="*/ 4071732 w 8037833"/>
              <a:gd name="connsiteY53" fmla="*/ 3732513 h 3784177"/>
              <a:gd name="connsiteX54" fmla="*/ 4045924 w 8037833"/>
              <a:gd name="connsiteY54" fmla="*/ 3739404 h 3784177"/>
              <a:gd name="connsiteX55" fmla="*/ 4032171 w 8037833"/>
              <a:gd name="connsiteY55" fmla="*/ 3745523 h 3784177"/>
              <a:gd name="connsiteX56" fmla="*/ 4031335 w 8037833"/>
              <a:gd name="connsiteY56" fmla="*/ 3747479 h 3784177"/>
              <a:gd name="connsiteX57" fmla="*/ 3985774 w 8037833"/>
              <a:gd name="connsiteY57" fmla="*/ 3736547 h 3784177"/>
              <a:gd name="connsiteX58" fmla="*/ 3979769 w 8037833"/>
              <a:gd name="connsiteY58" fmla="*/ 3738769 h 3784177"/>
              <a:gd name="connsiteX59" fmla="*/ 3950014 w 8037833"/>
              <a:gd name="connsiteY59" fmla="*/ 3726942 h 3784177"/>
              <a:gd name="connsiteX60" fmla="*/ 3934671 w 8037833"/>
              <a:gd name="connsiteY60" fmla="*/ 3723339 h 3784177"/>
              <a:gd name="connsiteX61" fmla="*/ 3930274 w 8037833"/>
              <a:gd name="connsiteY61" fmla="*/ 3717148 h 3784177"/>
              <a:gd name="connsiteX62" fmla="*/ 3907660 w 8037833"/>
              <a:gd name="connsiteY62" fmla="*/ 3714456 h 3784177"/>
              <a:gd name="connsiteX63" fmla="*/ 3905087 w 8037833"/>
              <a:gd name="connsiteY63" fmla="*/ 3716098 h 3784177"/>
              <a:gd name="connsiteX64" fmla="*/ 3886347 w 8037833"/>
              <a:gd name="connsiteY64" fmla="*/ 3706620 h 3784177"/>
              <a:gd name="connsiteX65" fmla="*/ 3870533 w 8037833"/>
              <a:gd name="connsiteY65" fmla="*/ 3689905 h 3784177"/>
              <a:gd name="connsiteX66" fmla="*/ 3678563 w 8037833"/>
              <a:gd name="connsiteY66" fmla="*/ 3694486 h 3784177"/>
              <a:gd name="connsiteX67" fmla="*/ 3524121 w 8037833"/>
              <a:gd name="connsiteY67" fmla="*/ 3642736 h 3784177"/>
              <a:gd name="connsiteX68" fmla="*/ 3432153 w 8037833"/>
              <a:gd name="connsiteY68" fmla="*/ 3667780 h 3784177"/>
              <a:gd name="connsiteX69" fmla="*/ 3373519 w 8037833"/>
              <a:gd name="connsiteY69" fmla="*/ 3665785 h 3784177"/>
              <a:gd name="connsiteX70" fmla="*/ 3114267 w 8037833"/>
              <a:gd name="connsiteY70" fmla="*/ 3638983 h 3784177"/>
              <a:gd name="connsiteX71" fmla="*/ 3048270 w 8037833"/>
              <a:gd name="connsiteY71" fmla="*/ 3649949 h 3784177"/>
              <a:gd name="connsiteX72" fmla="*/ 2989722 w 8037833"/>
              <a:gd name="connsiteY72" fmla="*/ 3623230 h 3784177"/>
              <a:gd name="connsiteX73" fmla="*/ 2965734 w 8037833"/>
              <a:gd name="connsiteY73" fmla="*/ 3635676 h 3784177"/>
              <a:gd name="connsiteX74" fmla="*/ 2961603 w 8037833"/>
              <a:gd name="connsiteY74" fmla="*/ 3638221 h 3784177"/>
              <a:gd name="connsiteX75" fmla="*/ 2944959 w 8037833"/>
              <a:gd name="connsiteY75" fmla="*/ 3639723 h 3784177"/>
              <a:gd name="connsiteX76" fmla="*/ 2940402 w 8037833"/>
              <a:gd name="connsiteY76" fmla="*/ 3651000 h 3784177"/>
              <a:gd name="connsiteX77" fmla="*/ 2915449 w 8037833"/>
              <a:gd name="connsiteY77" fmla="*/ 3661039 h 3784177"/>
              <a:gd name="connsiteX78" fmla="*/ 2884777 w 8037833"/>
              <a:gd name="connsiteY78" fmla="*/ 3660775 h 3784177"/>
              <a:gd name="connsiteX79" fmla="*/ 2739034 w 8037833"/>
              <a:gd name="connsiteY79" fmla="*/ 3647396 h 3784177"/>
              <a:gd name="connsiteX80" fmla="*/ 2651827 w 8037833"/>
              <a:gd name="connsiteY80" fmla="*/ 3646306 h 3784177"/>
              <a:gd name="connsiteX81" fmla="*/ 2618680 w 8037833"/>
              <a:gd name="connsiteY81" fmla="*/ 3656755 h 3784177"/>
              <a:gd name="connsiteX82" fmla="*/ 2572404 w 8037833"/>
              <a:gd name="connsiteY82" fmla="*/ 3664043 h 3784177"/>
              <a:gd name="connsiteX83" fmla="*/ 2490721 w 8037833"/>
              <a:gd name="connsiteY83" fmla="*/ 3685313 h 3784177"/>
              <a:gd name="connsiteX84" fmla="*/ 2423704 w 8037833"/>
              <a:gd name="connsiteY84" fmla="*/ 3658079 h 3784177"/>
              <a:gd name="connsiteX85" fmla="*/ 2301172 w 8037833"/>
              <a:gd name="connsiteY85" fmla="*/ 3663053 h 3784177"/>
              <a:gd name="connsiteX86" fmla="*/ 2294102 w 8037833"/>
              <a:gd name="connsiteY86" fmla="*/ 3671151 h 3784177"/>
              <a:gd name="connsiteX87" fmla="*/ 2238966 w 8037833"/>
              <a:gd name="connsiteY87" fmla="*/ 3668777 h 3784177"/>
              <a:gd name="connsiteX88" fmla="*/ 2082844 w 8037833"/>
              <a:gd name="connsiteY88" fmla="*/ 3631994 h 3784177"/>
              <a:gd name="connsiteX89" fmla="*/ 1938480 w 8037833"/>
              <a:gd name="connsiteY89" fmla="*/ 3601439 h 3784177"/>
              <a:gd name="connsiteX90" fmla="*/ 1900166 w 8037833"/>
              <a:gd name="connsiteY90" fmla="*/ 3609358 h 3784177"/>
              <a:gd name="connsiteX91" fmla="*/ 1835976 w 8037833"/>
              <a:gd name="connsiteY91" fmla="*/ 3622065 h 3784177"/>
              <a:gd name="connsiteX92" fmla="*/ 1787830 w 8037833"/>
              <a:gd name="connsiteY92" fmla="*/ 3633173 h 3784177"/>
              <a:gd name="connsiteX93" fmla="*/ 1734224 w 8037833"/>
              <a:gd name="connsiteY93" fmla="*/ 3655593 h 3784177"/>
              <a:gd name="connsiteX94" fmla="*/ 1721989 w 8037833"/>
              <a:gd name="connsiteY94" fmla="*/ 3627298 h 3784177"/>
              <a:gd name="connsiteX95" fmla="*/ 1664576 w 8037833"/>
              <a:gd name="connsiteY95" fmla="*/ 3638572 h 3784177"/>
              <a:gd name="connsiteX96" fmla="*/ 1577459 w 8037833"/>
              <a:gd name="connsiteY96" fmla="*/ 3658824 h 3784177"/>
              <a:gd name="connsiteX97" fmla="*/ 1527269 w 8037833"/>
              <a:gd name="connsiteY97" fmla="*/ 3663088 h 3784177"/>
              <a:gd name="connsiteX98" fmla="*/ 1390118 w 8037833"/>
              <a:gd name="connsiteY98" fmla="*/ 3682789 h 3784177"/>
              <a:gd name="connsiteX99" fmla="*/ 1252698 w 8037833"/>
              <a:gd name="connsiteY99" fmla="*/ 3708662 h 3784177"/>
              <a:gd name="connsiteX100" fmla="*/ 1171039 w 8037833"/>
              <a:gd name="connsiteY100" fmla="*/ 3758642 h 3784177"/>
              <a:gd name="connsiteX101" fmla="*/ 1058106 w 8037833"/>
              <a:gd name="connsiteY101" fmla="*/ 3776166 h 3784177"/>
              <a:gd name="connsiteX102" fmla="*/ 1039167 w 8037833"/>
              <a:gd name="connsiteY102" fmla="*/ 3784177 h 3784177"/>
              <a:gd name="connsiteX103" fmla="*/ 1012958 w 8037833"/>
              <a:gd name="connsiteY103" fmla="*/ 3779206 h 3784177"/>
              <a:gd name="connsiteX104" fmla="*/ 907906 w 8037833"/>
              <a:gd name="connsiteY104" fmla="*/ 3757678 h 3784177"/>
              <a:gd name="connsiteX105" fmla="*/ 825226 w 8037833"/>
              <a:gd name="connsiteY105" fmla="*/ 3726369 h 3784177"/>
              <a:gd name="connsiteX106" fmla="*/ 722264 w 8037833"/>
              <a:gd name="connsiteY106" fmla="*/ 3747612 h 3784177"/>
              <a:gd name="connsiteX107" fmla="*/ 659460 w 8037833"/>
              <a:gd name="connsiteY107" fmla="*/ 3740429 h 3784177"/>
              <a:gd name="connsiteX108" fmla="*/ 556552 w 8037833"/>
              <a:gd name="connsiteY108" fmla="*/ 3739124 h 3784177"/>
              <a:gd name="connsiteX109" fmla="*/ 445444 w 8037833"/>
              <a:gd name="connsiteY109" fmla="*/ 3764831 h 3784177"/>
              <a:gd name="connsiteX110" fmla="*/ 393295 w 8037833"/>
              <a:gd name="connsiteY110" fmla="*/ 3753097 h 3784177"/>
              <a:gd name="connsiteX111" fmla="*/ 339711 w 8037833"/>
              <a:gd name="connsiteY111" fmla="*/ 3718242 h 3784177"/>
              <a:gd name="connsiteX112" fmla="*/ 222239 w 8037833"/>
              <a:gd name="connsiteY112" fmla="*/ 3672335 h 3784177"/>
              <a:gd name="connsiteX113" fmla="*/ 163578 w 8037833"/>
              <a:gd name="connsiteY113" fmla="*/ 3656292 h 3784177"/>
              <a:gd name="connsiteX114" fmla="*/ 72220 w 8037833"/>
              <a:gd name="connsiteY114" fmla="*/ 3645272 h 3784177"/>
              <a:gd name="connsiteX115" fmla="*/ 44395 w 8037833"/>
              <a:gd name="connsiteY115" fmla="*/ 3639455 h 3784177"/>
              <a:gd name="connsiteX116" fmla="*/ 1962 w 8037833"/>
              <a:gd name="connsiteY116" fmla="*/ 3635948 h 3784177"/>
              <a:gd name="connsiteX117" fmla="*/ 0 w 8037833"/>
              <a:gd name="connsiteY117" fmla="*/ 3635261 h 3784177"/>
              <a:gd name="connsiteX118" fmla="*/ 0 w 8037833"/>
              <a:gd name="connsiteY11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835383 w 8037833"/>
              <a:gd name="connsiteY23" fmla="*/ 3377529 h 3784177"/>
              <a:gd name="connsiteX24" fmla="*/ 5746050 w 8037833"/>
              <a:gd name="connsiteY24" fmla="*/ 3426142 h 3784177"/>
              <a:gd name="connsiteX25" fmla="*/ 5613670 w 8037833"/>
              <a:gd name="connsiteY25" fmla="*/ 3428671 h 3784177"/>
              <a:gd name="connsiteX26" fmla="*/ 5535334 w 8037833"/>
              <a:gd name="connsiteY26" fmla="*/ 3437044 h 3784177"/>
              <a:gd name="connsiteX27" fmla="*/ 5506940 w 8037833"/>
              <a:gd name="connsiteY27" fmla="*/ 3450999 h 3784177"/>
              <a:gd name="connsiteX28" fmla="*/ 5466372 w 8037833"/>
              <a:gd name="connsiteY28" fmla="*/ 3463245 h 3784177"/>
              <a:gd name="connsiteX29" fmla="*/ 5395833 w 8037833"/>
              <a:gd name="connsiteY29" fmla="*/ 3493194 h 3784177"/>
              <a:gd name="connsiteX30" fmla="*/ 5305325 w 8037833"/>
              <a:gd name="connsiteY30" fmla="*/ 3505200 h 3784177"/>
              <a:gd name="connsiteX31" fmla="*/ 5223043 w 8037833"/>
              <a:gd name="connsiteY31" fmla="*/ 3491664 h 3784177"/>
              <a:gd name="connsiteX32" fmla="*/ 5217733 w 8037833"/>
              <a:gd name="connsiteY32" fmla="*/ 3500463 h 3784177"/>
              <a:gd name="connsiteX33" fmla="*/ 5167992 w 8037833"/>
              <a:gd name="connsiteY33" fmla="*/ 3504085 h 3784177"/>
              <a:gd name="connsiteX34" fmla="*/ 4987020 w 8037833"/>
              <a:gd name="connsiteY34" fmla="*/ 3461263 h 3784177"/>
              <a:gd name="connsiteX35" fmla="*/ 4890003 w 8037833"/>
              <a:gd name="connsiteY35" fmla="*/ 3469874 h 3784177"/>
              <a:gd name="connsiteX36" fmla="*/ 4856654 w 8037833"/>
              <a:gd name="connsiteY36" fmla="*/ 3481880 h 3784177"/>
              <a:gd name="connsiteX37" fmla="*/ 4800711 w 8037833"/>
              <a:gd name="connsiteY37" fmla="*/ 3501441 h 3784177"/>
              <a:gd name="connsiteX38" fmla="*/ 4761569 w 8037833"/>
              <a:gd name="connsiteY38" fmla="*/ 3538103 h 3784177"/>
              <a:gd name="connsiteX39" fmla="*/ 4713734 w 8037833"/>
              <a:gd name="connsiteY39" fmla="*/ 3545724 h 3784177"/>
              <a:gd name="connsiteX40" fmla="*/ 4699169 w 8037833"/>
              <a:gd name="connsiteY40" fmla="*/ 3518988 h 3784177"/>
              <a:gd name="connsiteX41" fmla="*/ 4649120 w 8037833"/>
              <a:gd name="connsiteY41" fmla="*/ 3536392 h 3784177"/>
              <a:gd name="connsiteX42" fmla="*/ 4573578 w 8037833"/>
              <a:gd name="connsiteY42" fmla="*/ 3565923 h 3784177"/>
              <a:gd name="connsiteX43" fmla="*/ 4529117 w 8037833"/>
              <a:gd name="connsiteY43" fmla="*/ 3575592 h 3784177"/>
              <a:gd name="connsiteX44" fmla="*/ 4408641 w 8037833"/>
              <a:gd name="connsiteY44" fmla="*/ 3610000 h 3784177"/>
              <a:gd name="connsiteX45" fmla="*/ 4356402 w 8037833"/>
              <a:gd name="connsiteY45" fmla="*/ 3642792 h 3784177"/>
              <a:gd name="connsiteX46" fmla="*/ 4270245 w 8037833"/>
              <a:gd name="connsiteY46" fmla="*/ 3665789 h 3784177"/>
              <a:gd name="connsiteX47" fmla="*/ 4208725 w 8037833"/>
              <a:gd name="connsiteY47" fmla="*/ 3704841 h 3784177"/>
              <a:gd name="connsiteX48" fmla="*/ 4201632 w 8037833"/>
              <a:gd name="connsiteY48" fmla="*/ 3702602 h 3784177"/>
              <a:gd name="connsiteX49" fmla="*/ 4191289 w 8037833"/>
              <a:gd name="connsiteY49" fmla="*/ 3702380 h 3784177"/>
              <a:gd name="connsiteX50" fmla="*/ 4191039 w 8037833"/>
              <a:gd name="connsiteY50" fmla="*/ 3702831 h 3784177"/>
              <a:gd name="connsiteX51" fmla="*/ 4181340 w 8037833"/>
              <a:gd name="connsiteY51" fmla="*/ 3701729 h 3784177"/>
              <a:gd name="connsiteX52" fmla="*/ 4133816 w 8037833"/>
              <a:gd name="connsiteY52" fmla="*/ 3690565 h 3784177"/>
              <a:gd name="connsiteX53" fmla="*/ 4071732 w 8037833"/>
              <a:gd name="connsiteY53" fmla="*/ 3732513 h 3784177"/>
              <a:gd name="connsiteX54" fmla="*/ 4045924 w 8037833"/>
              <a:gd name="connsiteY54" fmla="*/ 3739404 h 3784177"/>
              <a:gd name="connsiteX55" fmla="*/ 4032171 w 8037833"/>
              <a:gd name="connsiteY55" fmla="*/ 3745523 h 3784177"/>
              <a:gd name="connsiteX56" fmla="*/ 4031335 w 8037833"/>
              <a:gd name="connsiteY56" fmla="*/ 3747479 h 3784177"/>
              <a:gd name="connsiteX57" fmla="*/ 3985774 w 8037833"/>
              <a:gd name="connsiteY57" fmla="*/ 3736547 h 3784177"/>
              <a:gd name="connsiteX58" fmla="*/ 3979769 w 8037833"/>
              <a:gd name="connsiteY58" fmla="*/ 3738769 h 3784177"/>
              <a:gd name="connsiteX59" fmla="*/ 3950014 w 8037833"/>
              <a:gd name="connsiteY59" fmla="*/ 3726942 h 3784177"/>
              <a:gd name="connsiteX60" fmla="*/ 3934671 w 8037833"/>
              <a:gd name="connsiteY60" fmla="*/ 3723339 h 3784177"/>
              <a:gd name="connsiteX61" fmla="*/ 3930274 w 8037833"/>
              <a:gd name="connsiteY61" fmla="*/ 3717148 h 3784177"/>
              <a:gd name="connsiteX62" fmla="*/ 3907660 w 8037833"/>
              <a:gd name="connsiteY62" fmla="*/ 3714456 h 3784177"/>
              <a:gd name="connsiteX63" fmla="*/ 3905087 w 8037833"/>
              <a:gd name="connsiteY63" fmla="*/ 3716098 h 3784177"/>
              <a:gd name="connsiteX64" fmla="*/ 3886347 w 8037833"/>
              <a:gd name="connsiteY64" fmla="*/ 3706620 h 3784177"/>
              <a:gd name="connsiteX65" fmla="*/ 3870533 w 8037833"/>
              <a:gd name="connsiteY65" fmla="*/ 3689905 h 3784177"/>
              <a:gd name="connsiteX66" fmla="*/ 3678563 w 8037833"/>
              <a:gd name="connsiteY66" fmla="*/ 3694486 h 3784177"/>
              <a:gd name="connsiteX67" fmla="*/ 3524121 w 8037833"/>
              <a:gd name="connsiteY67" fmla="*/ 3642736 h 3784177"/>
              <a:gd name="connsiteX68" fmla="*/ 3432153 w 8037833"/>
              <a:gd name="connsiteY68" fmla="*/ 3667780 h 3784177"/>
              <a:gd name="connsiteX69" fmla="*/ 3373519 w 8037833"/>
              <a:gd name="connsiteY69" fmla="*/ 3665785 h 3784177"/>
              <a:gd name="connsiteX70" fmla="*/ 3114267 w 8037833"/>
              <a:gd name="connsiteY70" fmla="*/ 3638983 h 3784177"/>
              <a:gd name="connsiteX71" fmla="*/ 3048270 w 8037833"/>
              <a:gd name="connsiteY71" fmla="*/ 3649949 h 3784177"/>
              <a:gd name="connsiteX72" fmla="*/ 2989722 w 8037833"/>
              <a:gd name="connsiteY72" fmla="*/ 3623230 h 3784177"/>
              <a:gd name="connsiteX73" fmla="*/ 2965734 w 8037833"/>
              <a:gd name="connsiteY73" fmla="*/ 3635676 h 3784177"/>
              <a:gd name="connsiteX74" fmla="*/ 2961603 w 8037833"/>
              <a:gd name="connsiteY74" fmla="*/ 3638221 h 3784177"/>
              <a:gd name="connsiteX75" fmla="*/ 2944959 w 8037833"/>
              <a:gd name="connsiteY75" fmla="*/ 3639723 h 3784177"/>
              <a:gd name="connsiteX76" fmla="*/ 2940402 w 8037833"/>
              <a:gd name="connsiteY76" fmla="*/ 3651000 h 3784177"/>
              <a:gd name="connsiteX77" fmla="*/ 2915449 w 8037833"/>
              <a:gd name="connsiteY77" fmla="*/ 3661039 h 3784177"/>
              <a:gd name="connsiteX78" fmla="*/ 2884777 w 8037833"/>
              <a:gd name="connsiteY78" fmla="*/ 3660775 h 3784177"/>
              <a:gd name="connsiteX79" fmla="*/ 2739034 w 8037833"/>
              <a:gd name="connsiteY79" fmla="*/ 3647396 h 3784177"/>
              <a:gd name="connsiteX80" fmla="*/ 2651827 w 8037833"/>
              <a:gd name="connsiteY80" fmla="*/ 3646306 h 3784177"/>
              <a:gd name="connsiteX81" fmla="*/ 2618680 w 8037833"/>
              <a:gd name="connsiteY81" fmla="*/ 3656755 h 3784177"/>
              <a:gd name="connsiteX82" fmla="*/ 2572404 w 8037833"/>
              <a:gd name="connsiteY82" fmla="*/ 3664043 h 3784177"/>
              <a:gd name="connsiteX83" fmla="*/ 2490721 w 8037833"/>
              <a:gd name="connsiteY83" fmla="*/ 3685313 h 3784177"/>
              <a:gd name="connsiteX84" fmla="*/ 2423704 w 8037833"/>
              <a:gd name="connsiteY84" fmla="*/ 3658079 h 3784177"/>
              <a:gd name="connsiteX85" fmla="*/ 2301172 w 8037833"/>
              <a:gd name="connsiteY85" fmla="*/ 3663053 h 3784177"/>
              <a:gd name="connsiteX86" fmla="*/ 2294102 w 8037833"/>
              <a:gd name="connsiteY86" fmla="*/ 3671151 h 3784177"/>
              <a:gd name="connsiteX87" fmla="*/ 2238966 w 8037833"/>
              <a:gd name="connsiteY87" fmla="*/ 3668777 h 3784177"/>
              <a:gd name="connsiteX88" fmla="*/ 2082844 w 8037833"/>
              <a:gd name="connsiteY88" fmla="*/ 3631994 h 3784177"/>
              <a:gd name="connsiteX89" fmla="*/ 1938480 w 8037833"/>
              <a:gd name="connsiteY89" fmla="*/ 3601439 h 3784177"/>
              <a:gd name="connsiteX90" fmla="*/ 1900166 w 8037833"/>
              <a:gd name="connsiteY90" fmla="*/ 3609358 h 3784177"/>
              <a:gd name="connsiteX91" fmla="*/ 1835976 w 8037833"/>
              <a:gd name="connsiteY91" fmla="*/ 3622065 h 3784177"/>
              <a:gd name="connsiteX92" fmla="*/ 1787830 w 8037833"/>
              <a:gd name="connsiteY92" fmla="*/ 3633173 h 3784177"/>
              <a:gd name="connsiteX93" fmla="*/ 1734224 w 8037833"/>
              <a:gd name="connsiteY93" fmla="*/ 3655593 h 3784177"/>
              <a:gd name="connsiteX94" fmla="*/ 1721989 w 8037833"/>
              <a:gd name="connsiteY94" fmla="*/ 3627298 h 3784177"/>
              <a:gd name="connsiteX95" fmla="*/ 1664576 w 8037833"/>
              <a:gd name="connsiteY95" fmla="*/ 3638572 h 3784177"/>
              <a:gd name="connsiteX96" fmla="*/ 1577459 w 8037833"/>
              <a:gd name="connsiteY96" fmla="*/ 3658824 h 3784177"/>
              <a:gd name="connsiteX97" fmla="*/ 1527269 w 8037833"/>
              <a:gd name="connsiteY97" fmla="*/ 3663088 h 3784177"/>
              <a:gd name="connsiteX98" fmla="*/ 1390118 w 8037833"/>
              <a:gd name="connsiteY98" fmla="*/ 3682789 h 3784177"/>
              <a:gd name="connsiteX99" fmla="*/ 1252698 w 8037833"/>
              <a:gd name="connsiteY99" fmla="*/ 3708662 h 3784177"/>
              <a:gd name="connsiteX100" fmla="*/ 1171039 w 8037833"/>
              <a:gd name="connsiteY100" fmla="*/ 3758642 h 3784177"/>
              <a:gd name="connsiteX101" fmla="*/ 1058106 w 8037833"/>
              <a:gd name="connsiteY101" fmla="*/ 3776166 h 3784177"/>
              <a:gd name="connsiteX102" fmla="*/ 1039167 w 8037833"/>
              <a:gd name="connsiteY102" fmla="*/ 3784177 h 3784177"/>
              <a:gd name="connsiteX103" fmla="*/ 1012958 w 8037833"/>
              <a:gd name="connsiteY103" fmla="*/ 3779206 h 3784177"/>
              <a:gd name="connsiteX104" fmla="*/ 907906 w 8037833"/>
              <a:gd name="connsiteY104" fmla="*/ 3757678 h 3784177"/>
              <a:gd name="connsiteX105" fmla="*/ 825226 w 8037833"/>
              <a:gd name="connsiteY105" fmla="*/ 3726369 h 3784177"/>
              <a:gd name="connsiteX106" fmla="*/ 722264 w 8037833"/>
              <a:gd name="connsiteY106" fmla="*/ 3747612 h 3784177"/>
              <a:gd name="connsiteX107" fmla="*/ 659460 w 8037833"/>
              <a:gd name="connsiteY107" fmla="*/ 3740429 h 3784177"/>
              <a:gd name="connsiteX108" fmla="*/ 556552 w 8037833"/>
              <a:gd name="connsiteY108" fmla="*/ 3739124 h 3784177"/>
              <a:gd name="connsiteX109" fmla="*/ 445444 w 8037833"/>
              <a:gd name="connsiteY109" fmla="*/ 3764831 h 3784177"/>
              <a:gd name="connsiteX110" fmla="*/ 393295 w 8037833"/>
              <a:gd name="connsiteY110" fmla="*/ 3753097 h 3784177"/>
              <a:gd name="connsiteX111" fmla="*/ 339711 w 8037833"/>
              <a:gd name="connsiteY111" fmla="*/ 3718242 h 3784177"/>
              <a:gd name="connsiteX112" fmla="*/ 222239 w 8037833"/>
              <a:gd name="connsiteY112" fmla="*/ 3672335 h 3784177"/>
              <a:gd name="connsiteX113" fmla="*/ 163578 w 8037833"/>
              <a:gd name="connsiteY113" fmla="*/ 3656292 h 3784177"/>
              <a:gd name="connsiteX114" fmla="*/ 72220 w 8037833"/>
              <a:gd name="connsiteY114" fmla="*/ 3645272 h 3784177"/>
              <a:gd name="connsiteX115" fmla="*/ 44395 w 8037833"/>
              <a:gd name="connsiteY115" fmla="*/ 3639455 h 3784177"/>
              <a:gd name="connsiteX116" fmla="*/ 1962 w 8037833"/>
              <a:gd name="connsiteY116" fmla="*/ 3635948 h 3784177"/>
              <a:gd name="connsiteX117" fmla="*/ 0 w 8037833"/>
              <a:gd name="connsiteY117" fmla="*/ 3635261 h 3784177"/>
              <a:gd name="connsiteX118" fmla="*/ 0 w 8037833"/>
              <a:gd name="connsiteY11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835383 w 8037833"/>
              <a:gd name="connsiteY23" fmla="*/ 3377529 h 3784177"/>
              <a:gd name="connsiteX24" fmla="*/ 5746050 w 8037833"/>
              <a:gd name="connsiteY24" fmla="*/ 3426142 h 3784177"/>
              <a:gd name="connsiteX25" fmla="*/ 5613670 w 8037833"/>
              <a:gd name="connsiteY25" fmla="*/ 3428671 h 3784177"/>
              <a:gd name="connsiteX26" fmla="*/ 5535334 w 8037833"/>
              <a:gd name="connsiteY26" fmla="*/ 3437044 h 3784177"/>
              <a:gd name="connsiteX27" fmla="*/ 5506940 w 8037833"/>
              <a:gd name="connsiteY27" fmla="*/ 3450999 h 3784177"/>
              <a:gd name="connsiteX28" fmla="*/ 5466372 w 8037833"/>
              <a:gd name="connsiteY28" fmla="*/ 3463245 h 3784177"/>
              <a:gd name="connsiteX29" fmla="*/ 5395833 w 8037833"/>
              <a:gd name="connsiteY29" fmla="*/ 3493194 h 3784177"/>
              <a:gd name="connsiteX30" fmla="*/ 5305325 w 8037833"/>
              <a:gd name="connsiteY30" fmla="*/ 3505200 h 3784177"/>
              <a:gd name="connsiteX31" fmla="*/ 5223043 w 8037833"/>
              <a:gd name="connsiteY31" fmla="*/ 3491664 h 3784177"/>
              <a:gd name="connsiteX32" fmla="*/ 5217733 w 8037833"/>
              <a:gd name="connsiteY32" fmla="*/ 3500463 h 3784177"/>
              <a:gd name="connsiteX33" fmla="*/ 5167992 w 8037833"/>
              <a:gd name="connsiteY33" fmla="*/ 3504085 h 3784177"/>
              <a:gd name="connsiteX34" fmla="*/ 4987020 w 8037833"/>
              <a:gd name="connsiteY34" fmla="*/ 3461263 h 3784177"/>
              <a:gd name="connsiteX35" fmla="*/ 4890003 w 8037833"/>
              <a:gd name="connsiteY35" fmla="*/ 3469874 h 3784177"/>
              <a:gd name="connsiteX36" fmla="*/ 4856654 w 8037833"/>
              <a:gd name="connsiteY36" fmla="*/ 3481880 h 3784177"/>
              <a:gd name="connsiteX37" fmla="*/ 4800711 w 8037833"/>
              <a:gd name="connsiteY37" fmla="*/ 3501441 h 3784177"/>
              <a:gd name="connsiteX38" fmla="*/ 4761569 w 8037833"/>
              <a:gd name="connsiteY38" fmla="*/ 3538103 h 3784177"/>
              <a:gd name="connsiteX39" fmla="*/ 4713734 w 8037833"/>
              <a:gd name="connsiteY39" fmla="*/ 3545724 h 3784177"/>
              <a:gd name="connsiteX40" fmla="*/ 4699169 w 8037833"/>
              <a:gd name="connsiteY40" fmla="*/ 3518988 h 3784177"/>
              <a:gd name="connsiteX41" fmla="*/ 4649120 w 8037833"/>
              <a:gd name="connsiteY41" fmla="*/ 3536392 h 3784177"/>
              <a:gd name="connsiteX42" fmla="*/ 4573578 w 8037833"/>
              <a:gd name="connsiteY42" fmla="*/ 3565923 h 3784177"/>
              <a:gd name="connsiteX43" fmla="*/ 4529117 w 8037833"/>
              <a:gd name="connsiteY43" fmla="*/ 3575592 h 3784177"/>
              <a:gd name="connsiteX44" fmla="*/ 4408641 w 8037833"/>
              <a:gd name="connsiteY44" fmla="*/ 3610000 h 3784177"/>
              <a:gd name="connsiteX45" fmla="*/ 4356402 w 8037833"/>
              <a:gd name="connsiteY45" fmla="*/ 3642792 h 3784177"/>
              <a:gd name="connsiteX46" fmla="*/ 4270245 w 8037833"/>
              <a:gd name="connsiteY46" fmla="*/ 3665789 h 3784177"/>
              <a:gd name="connsiteX47" fmla="*/ 4208725 w 8037833"/>
              <a:gd name="connsiteY47" fmla="*/ 3704841 h 3784177"/>
              <a:gd name="connsiteX48" fmla="*/ 4201632 w 8037833"/>
              <a:gd name="connsiteY48" fmla="*/ 3702602 h 3784177"/>
              <a:gd name="connsiteX49" fmla="*/ 4191289 w 8037833"/>
              <a:gd name="connsiteY49" fmla="*/ 3702380 h 3784177"/>
              <a:gd name="connsiteX50" fmla="*/ 4191039 w 8037833"/>
              <a:gd name="connsiteY50" fmla="*/ 3702831 h 3784177"/>
              <a:gd name="connsiteX51" fmla="*/ 4181340 w 8037833"/>
              <a:gd name="connsiteY51" fmla="*/ 3701729 h 3784177"/>
              <a:gd name="connsiteX52" fmla="*/ 4133816 w 8037833"/>
              <a:gd name="connsiteY52" fmla="*/ 3690565 h 3784177"/>
              <a:gd name="connsiteX53" fmla="*/ 4071732 w 8037833"/>
              <a:gd name="connsiteY53" fmla="*/ 3732513 h 3784177"/>
              <a:gd name="connsiteX54" fmla="*/ 4045924 w 8037833"/>
              <a:gd name="connsiteY54" fmla="*/ 3739404 h 3784177"/>
              <a:gd name="connsiteX55" fmla="*/ 4032171 w 8037833"/>
              <a:gd name="connsiteY55" fmla="*/ 3745523 h 3784177"/>
              <a:gd name="connsiteX56" fmla="*/ 4031335 w 8037833"/>
              <a:gd name="connsiteY56" fmla="*/ 3747479 h 3784177"/>
              <a:gd name="connsiteX57" fmla="*/ 3985774 w 8037833"/>
              <a:gd name="connsiteY57" fmla="*/ 3736547 h 3784177"/>
              <a:gd name="connsiteX58" fmla="*/ 3979769 w 8037833"/>
              <a:gd name="connsiteY58" fmla="*/ 3738769 h 3784177"/>
              <a:gd name="connsiteX59" fmla="*/ 3950014 w 8037833"/>
              <a:gd name="connsiteY59" fmla="*/ 3726942 h 3784177"/>
              <a:gd name="connsiteX60" fmla="*/ 3934671 w 8037833"/>
              <a:gd name="connsiteY60" fmla="*/ 3723339 h 3784177"/>
              <a:gd name="connsiteX61" fmla="*/ 3930274 w 8037833"/>
              <a:gd name="connsiteY61" fmla="*/ 3717148 h 3784177"/>
              <a:gd name="connsiteX62" fmla="*/ 3907660 w 8037833"/>
              <a:gd name="connsiteY62" fmla="*/ 3714456 h 3784177"/>
              <a:gd name="connsiteX63" fmla="*/ 3905087 w 8037833"/>
              <a:gd name="connsiteY63" fmla="*/ 3716098 h 3784177"/>
              <a:gd name="connsiteX64" fmla="*/ 3886347 w 8037833"/>
              <a:gd name="connsiteY64" fmla="*/ 3706620 h 3784177"/>
              <a:gd name="connsiteX65" fmla="*/ 3870533 w 8037833"/>
              <a:gd name="connsiteY65" fmla="*/ 3689905 h 3784177"/>
              <a:gd name="connsiteX66" fmla="*/ 3678563 w 8037833"/>
              <a:gd name="connsiteY66" fmla="*/ 3694486 h 3784177"/>
              <a:gd name="connsiteX67" fmla="*/ 3524121 w 8037833"/>
              <a:gd name="connsiteY67" fmla="*/ 3642736 h 3784177"/>
              <a:gd name="connsiteX68" fmla="*/ 3432153 w 8037833"/>
              <a:gd name="connsiteY68" fmla="*/ 3667780 h 3784177"/>
              <a:gd name="connsiteX69" fmla="*/ 3373519 w 8037833"/>
              <a:gd name="connsiteY69" fmla="*/ 3665785 h 3784177"/>
              <a:gd name="connsiteX70" fmla="*/ 3114267 w 8037833"/>
              <a:gd name="connsiteY70" fmla="*/ 3638983 h 3784177"/>
              <a:gd name="connsiteX71" fmla="*/ 2989722 w 8037833"/>
              <a:gd name="connsiteY71" fmla="*/ 3623230 h 3784177"/>
              <a:gd name="connsiteX72" fmla="*/ 2965734 w 8037833"/>
              <a:gd name="connsiteY72" fmla="*/ 3635676 h 3784177"/>
              <a:gd name="connsiteX73" fmla="*/ 2961603 w 8037833"/>
              <a:gd name="connsiteY73" fmla="*/ 3638221 h 3784177"/>
              <a:gd name="connsiteX74" fmla="*/ 2944959 w 8037833"/>
              <a:gd name="connsiteY74" fmla="*/ 3639723 h 3784177"/>
              <a:gd name="connsiteX75" fmla="*/ 2940402 w 8037833"/>
              <a:gd name="connsiteY75" fmla="*/ 3651000 h 3784177"/>
              <a:gd name="connsiteX76" fmla="*/ 2915449 w 8037833"/>
              <a:gd name="connsiteY76" fmla="*/ 3661039 h 3784177"/>
              <a:gd name="connsiteX77" fmla="*/ 2884777 w 8037833"/>
              <a:gd name="connsiteY77" fmla="*/ 3660775 h 3784177"/>
              <a:gd name="connsiteX78" fmla="*/ 2739034 w 8037833"/>
              <a:gd name="connsiteY78" fmla="*/ 3647396 h 3784177"/>
              <a:gd name="connsiteX79" fmla="*/ 2651827 w 8037833"/>
              <a:gd name="connsiteY79" fmla="*/ 3646306 h 3784177"/>
              <a:gd name="connsiteX80" fmla="*/ 2618680 w 8037833"/>
              <a:gd name="connsiteY80" fmla="*/ 3656755 h 3784177"/>
              <a:gd name="connsiteX81" fmla="*/ 2572404 w 8037833"/>
              <a:gd name="connsiteY81" fmla="*/ 3664043 h 3784177"/>
              <a:gd name="connsiteX82" fmla="*/ 2490721 w 8037833"/>
              <a:gd name="connsiteY82" fmla="*/ 3685313 h 3784177"/>
              <a:gd name="connsiteX83" fmla="*/ 2423704 w 8037833"/>
              <a:gd name="connsiteY83" fmla="*/ 3658079 h 3784177"/>
              <a:gd name="connsiteX84" fmla="*/ 2301172 w 8037833"/>
              <a:gd name="connsiteY84" fmla="*/ 3663053 h 3784177"/>
              <a:gd name="connsiteX85" fmla="*/ 2294102 w 8037833"/>
              <a:gd name="connsiteY85" fmla="*/ 3671151 h 3784177"/>
              <a:gd name="connsiteX86" fmla="*/ 2238966 w 8037833"/>
              <a:gd name="connsiteY86" fmla="*/ 3668777 h 3784177"/>
              <a:gd name="connsiteX87" fmla="*/ 2082844 w 8037833"/>
              <a:gd name="connsiteY87" fmla="*/ 3631994 h 3784177"/>
              <a:gd name="connsiteX88" fmla="*/ 1938480 w 8037833"/>
              <a:gd name="connsiteY88" fmla="*/ 3601439 h 3784177"/>
              <a:gd name="connsiteX89" fmla="*/ 1900166 w 8037833"/>
              <a:gd name="connsiteY89" fmla="*/ 3609358 h 3784177"/>
              <a:gd name="connsiteX90" fmla="*/ 1835976 w 8037833"/>
              <a:gd name="connsiteY90" fmla="*/ 3622065 h 3784177"/>
              <a:gd name="connsiteX91" fmla="*/ 1787830 w 8037833"/>
              <a:gd name="connsiteY91" fmla="*/ 3633173 h 3784177"/>
              <a:gd name="connsiteX92" fmla="*/ 1734224 w 8037833"/>
              <a:gd name="connsiteY92" fmla="*/ 3655593 h 3784177"/>
              <a:gd name="connsiteX93" fmla="*/ 1721989 w 8037833"/>
              <a:gd name="connsiteY93" fmla="*/ 3627298 h 3784177"/>
              <a:gd name="connsiteX94" fmla="*/ 1664576 w 8037833"/>
              <a:gd name="connsiteY94" fmla="*/ 3638572 h 3784177"/>
              <a:gd name="connsiteX95" fmla="*/ 1577459 w 8037833"/>
              <a:gd name="connsiteY95" fmla="*/ 3658824 h 3784177"/>
              <a:gd name="connsiteX96" fmla="*/ 1527269 w 8037833"/>
              <a:gd name="connsiteY96" fmla="*/ 3663088 h 3784177"/>
              <a:gd name="connsiteX97" fmla="*/ 1390118 w 8037833"/>
              <a:gd name="connsiteY97" fmla="*/ 3682789 h 3784177"/>
              <a:gd name="connsiteX98" fmla="*/ 1252698 w 8037833"/>
              <a:gd name="connsiteY98" fmla="*/ 3708662 h 3784177"/>
              <a:gd name="connsiteX99" fmla="*/ 1171039 w 8037833"/>
              <a:gd name="connsiteY99" fmla="*/ 3758642 h 3784177"/>
              <a:gd name="connsiteX100" fmla="*/ 1058106 w 8037833"/>
              <a:gd name="connsiteY100" fmla="*/ 3776166 h 3784177"/>
              <a:gd name="connsiteX101" fmla="*/ 1039167 w 8037833"/>
              <a:gd name="connsiteY101" fmla="*/ 3784177 h 3784177"/>
              <a:gd name="connsiteX102" fmla="*/ 1012958 w 8037833"/>
              <a:gd name="connsiteY102" fmla="*/ 3779206 h 3784177"/>
              <a:gd name="connsiteX103" fmla="*/ 907906 w 8037833"/>
              <a:gd name="connsiteY103" fmla="*/ 3757678 h 3784177"/>
              <a:gd name="connsiteX104" fmla="*/ 825226 w 8037833"/>
              <a:gd name="connsiteY104" fmla="*/ 3726369 h 3784177"/>
              <a:gd name="connsiteX105" fmla="*/ 722264 w 8037833"/>
              <a:gd name="connsiteY105" fmla="*/ 3747612 h 3784177"/>
              <a:gd name="connsiteX106" fmla="*/ 659460 w 8037833"/>
              <a:gd name="connsiteY106" fmla="*/ 3740429 h 3784177"/>
              <a:gd name="connsiteX107" fmla="*/ 556552 w 8037833"/>
              <a:gd name="connsiteY107" fmla="*/ 3739124 h 3784177"/>
              <a:gd name="connsiteX108" fmla="*/ 445444 w 8037833"/>
              <a:gd name="connsiteY108" fmla="*/ 3764831 h 3784177"/>
              <a:gd name="connsiteX109" fmla="*/ 393295 w 8037833"/>
              <a:gd name="connsiteY109" fmla="*/ 3753097 h 3784177"/>
              <a:gd name="connsiteX110" fmla="*/ 339711 w 8037833"/>
              <a:gd name="connsiteY110" fmla="*/ 3718242 h 3784177"/>
              <a:gd name="connsiteX111" fmla="*/ 222239 w 8037833"/>
              <a:gd name="connsiteY111" fmla="*/ 3672335 h 3784177"/>
              <a:gd name="connsiteX112" fmla="*/ 163578 w 8037833"/>
              <a:gd name="connsiteY112" fmla="*/ 3656292 h 3784177"/>
              <a:gd name="connsiteX113" fmla="*/ 72220 w 8037833"/>
              <a:gd name="connsiteY113" fmla="*/ 3645272 h 3784177"/>
              <a:gd name="connsiteX114" fmla="*/ 44395 w 8037833"/>
              <a:gd name="connsiteY114" fmla="*/ 3639455 h 3784177"/>
              <a:gd name="connsiteX115" fmla="*/ 1962 w 8037833"/>
              <a:gd name="connsiteY115" fmla="*/ 3635948 h 3784177"/>
              <a:gd name="connsiteX116" fmla="*/ 0 w 8037833"/>
              <a:gd name="connsiteY116" fmla="*/ 3635261 h 3784177"/>
              <a:gd name="connsiteX117" fmla="*/ 0 w 8037833"/>
              <a:gd name="connsiteY117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99169 w 8037833"/>
              <a:gd name="connsiteY39" fmla="*/ 3518988 h 3784177"/>
              <a:gd name="connsiteX40" fmla="*/ 4649120 w 8037833"/>
              <a:gd name="connsiteY40" fmla="*/ 3536392 h 3784177"/>
              <a:gd name="connsiteX41" fmla="*/ 4573578 w 8037833"/>
              <a:gd name="connsiteY41" fmla="*/ 3565923 h 3784177"/>
              <a:gd name="connsiteX42" fmla="*/ 4529117 w 8037833"/>
              <a:gd name="connsiteY42" fmla="*/ 3575592 h 3784177"/>
              <a:gd name="connsiteX43" fmla="*/ 4408641 w 8037833"/>
              <a:gd name="connsiteY43" fmla="*/ 3610000 h 3784177"/>
              <a:gd name="connsiteX44" fmla="*/ 4356402 w 8037833"/>
              <a:gd name="connsiteY44" fmla="*/ 3642792 h 3784177"/>
              <a:gd name="connsiteX45" fmla="*/ 4270245 w 8037833"/>
              <a:gd name="connsiteY45" fmla="*/ 3665789 h 3784177"/>
              <a:gd name="connsiteX46" fmla="*/ 4208725 w 8037833"/>
              <a:gd name="connsiteY46" fmla="*/ 3704841 h 3784177"/>
              <a:gd name="connsiteX47" fmla="*/ 4201632 w 8037833"/>
              <a:gd name="connsiteY47" fmla="*/ 3702602 h 3784177"/>
              <a:gd name="connsiteX48" fmla="*/ 4191289 w 8037833"/>
              <a:gd name="connsiteY48" fmla="*/ 3702380 h 3784177"/>
              <a:gd name="connsiteX49" fmla="*/ 4191039 w 8037833"/>
              <a:gd name="connsiteY49" fmla="*/ 3702831 h 3784177"/>
              <a:gd name="connsiteX50" fmla="*/ 4181340 w 8037833"/>
              <a:gd name="connsiteY50" fmla="*/ 3701729 h 3784177"/>
              <a:gd name="connsiteX51" fmla="*/ 4133816 w 8037833"/>
              <a:gd name="connsiteY51" fmla="*/ 3690565 h 3784177"/>
              <a:gd name="connsiteX52" fmla="*/ 4071732 w 8037833"/>
              <a:gd name="connsiteY52" fmla="*/ 3732513 h 3784177"/>
              <a:gd name="connsiteX53" fmla="*/ 4045924 w 8037833"/>
              <a:gd name="connsiteY53" fmla="*/ 3739404 h 3784177"/>
              <a:gd name="connsiteX54" fmla="*/ 4032171 w 8037833"/>
              <a:gd name="connsiteY54" fmla="*/ 3745523 h 3784177"/>
              <a:gd name="connsiteX55" fmla="*/ 4031335 w 8037833"/>
              <a:gd name="connsiteY55" fmla="*/ 3747479 h 3784177"/>
              <a:gd name="connsiteX56" fmla="*/ 3985774 w 8037833"/>
              <a:gd name="connsiteY56" fmla="*/ 3736547 h 3784177"/>
              <a:gd name="connsiteX57" fmla="*/ 3979769 w 8037833"/>
              <a:gd name="connsiteY57" fmla="*/ 3738769 h 3784177"/>
              <a:gd name="connsiteX58" fmla="*/ 3950014 w 8037833"/>
              <a:gd name="connsiteY58" fmla="*/ 3726942 h 3784177"/>
              <a:gd name="connsiteX59" fmla="*/ 3934671 w 8037833"/>
              <a:gd name="connsiteY59" fmla="*/ 3723339 h 3784177"/>
              <a:gd name="connsiteX60" fmla="*/ 3930274 w 8037833"/>
              <a:gd name="connsiteY60" fmla="*/ 3717148 h 3784177"/>
              <a:gd name="connsiteX61" fmla="*/ 3907660 w 8037833"/>
              <a:gd name="connsiteY61" fmla="*/ 3714456 h 3784177"/>
              <a:gd name="connsiteX62" fmla="*/ 3905087 w 8037833"/>
              <a:gd name="connsiteY62" fmla="*/ 3716098 h 3784177"/>
              <a:gd name="connsiteX63" fmla="*/ 3886347 w 8037833"/>
              <a:gd name="connsiteY63" fmla="*/ 3706620 h 3784177"/>
              <a:gd name="connsiteX64" fmla="*/ 3870533 w 8037833"/>
              <a:gd name="connsiteY64" fmla="*/ 3689905 h 3784177"/>
              <a:gd name="connsiteX65" fmla="*/ 3678563 w 8037833"/>
              <a:gd name="connsiteY65" fmla="*/ 3694486 h 3784177"/>
              <a:gd name="connsiteX66" fmla="*/ 3524121 w 8037833"/>
              <a:gd name="connsiteY66" fmla="*/ 3642736 h 3784177"/>
              <a:gd name="connsiteX67" fmla="*/ 3432153 w 8037833"/>
              <a:gd name="connsiteY67" fmla="*/ 3667780 h 3784177"/>
              <a:gd name="connsiteX68" fmla="*/ 3373519 w 8037833"/>
              <a:gd name="connsiteY68" fmla="*/ 3665785 h 3784177"/>
              <a:gd name="connsiteX69" fmla="*/ 3114267 w 8037833"/>
              <a:gd name="connsiteY69" fmla="*/ 3638983 h 3784177"/>
              <a:gd name="connsiteX70" fmla="*/ 2989722 w 8037833"/>
              <a:gd name="connsiteY70" fmla="*/ 3623230 h 3784177"/>
              <a:gd name="connsiteX71" fmla="*/ 2965734 w 8037833"/>
              <a:gd name="connsiteY71" fmla="*/ 3635676 h 3784177"/>
              <a:gd name="connsiteX72" fmla="*/ 2961603 w 8037833"/>
              <a:gd name="connsiteY72" fmla="*/ 3638221 h 3784177"/>
              <a:gd name="connsiteX73" fmla="*/ 2944959 w 8037833"/>
              <a:gd name="connsiteY73" fmla="*/ 3639723 h 3784177"/>
              <a:gd name="connsiteX74" fmla="*/ 2940402 w 8037833"/>
              <a:gd name="connsiteY74" fmla="*/ 3651000 h 3784177"/>
              <a:gd name="connsiteX75" fmla="*/ 2915449 w 8037833"/>
              <a:gd name="connsiteY75" fmla="*/ 3661039 h 3784177"/>
              <a:gd name="connsiteX76" fmla="*/ 2884777 w 8037833"/>
              <a:gd name="connsiteY76" fmla="*/ 3660775 h 3784177"/>
              <a:gd name="connsiteX77" fmla="*/ 2739034 w 8037833"/>
              <a:gd name="connsiteY77" fmla="*/ 3647396 h 3784177"/>
              <a:gd name="connsiteX78" fmla="*/ 2651827 w 8037833"/>
              <a:gd name="connsiteY78" fmla="*/ 3646306 h 3784177"/>
              <a:gd name="connsiteX79" fmla="*/ 2618680 w 8037833"/>
              <a:gd name="connsiteY79" fmla="*/ 3656755 h 3784177"/>
              <a:gd name="connsiteX80" fmla="*/ 2572404 w 8037833"/>
              <a:gd name="connsiteY80" fmla="*/ 3664043 h 3784177"/>
              <a:gd name="connsiteX81" fmla="*/ 2490721 w 8037833"/>
              <a:gd name="connsiteY81" fmla="*/ 3685313 h 3784177"/>
              <a:gd name="connsiteX82" fmla="*/ 2423704 w 8037833"/>
              <a:gd name="connsiteY82" fmla="*/ 3658079 h 3784177"/>
              <a:gd name="connsiteX83" fmla="*/ 2301172 w 8037833"/>
              <a:gd name="connsiteY83" fmla="*/ 3663053 h 3784177"/>
              <a:gd name="connsiteX84" fmla="*/ 2294102 w 8037833"/>
              <a:gd name="connsiteY84" fmla="*/ 3671151 h 3784177"/>
              <a:gd name="connsiteX85" fmla="*/ 2238966 w 8037833"/>
              <a:gd name="connsiteY85" fmla="*/ 3668777 h 3784177"/>
              <a:gd name="connsiteX86" fmla="*/ 2082844 w 8037833"/>
              <a:gd name="connsiteY86" fmla="*/ 3631994 h 3784177"/>
              <a:gd name="connsiteX87" fmla="*/ 1938480 w 8037833"/>
              <a:gd name="connsiteY87" fmla="*/ 3601439 h 3784177"/>
              <a:gd name="connsiteX88" fmla="*/ 1900166 w 8037833"/>
              <a:gd name="connsiteY88" fmla="*/ 3609358 h 3784177"/>
              <a:gd name="connsiteX89" fmla="*/ 1835976 w 8037833"/>
              <a:gd name="connsiteY89" fmla="*/ 3622065 h 3784177"/>
              <a:gd name="connsiteX90" fmla="*/ 1787830 w 8037833"/>
              <a:gd name="connsiteY90" fmla="*/ 3633173 h 3784177"/>
              <a:gd name="connsiteX91" fmla="*/ 1734224 w 8037833"/>
              <a:gd name="connsiteY91" fmla="*/ 3655593 h 3784177"/>
              <a:gd name="connsiteX92" fmla="*/ 1721989 w 8037833"/>
              <a:gd name="connsiteY92" fmla="*/ 3627298 h 3784177"/>
              <a:gd name="connsiteX93" fmla="*/ 1664576 w 8037833"/>
              <a:gd name="connsiteY93" fmla="*/ 3638572 h 3784177"/>
              <a:gd name="connsiteX94" fmla="*/ 1577459 w 8037833"/>
              <a:gd name="connsiteY94" fmla="*/ 3658824 h 3784177"/>
              <a:gd name="connsiteX95" fmla="*/ 1527269 w 8037833"/>
              <a:gd name="connsiteY95" fmla="*/ 3663088 h 3784177"/>
              <a:gd name="connsiteX96" fmla="*/ 1390118 w 8037833"/>
              <a:gd name="connsiteY96" fmla="*/ 3682789 h 3784177"/>
              <a:gd name="connsiteX97" fmla="*/ 1252698 w 8037833"/>
              <a:gd name="connsiteY97" fmla="*/ 3708662 h 3784177"/>
              <a:gd name="connsiteX98" fmla="*/ 1171039 w 8037833"/>
              <a:gd name="connsiteY98" fmla="*/ 3758642 h 3784177"/>
              <a:gd name="connsiteX99" fmla="*/ 1058106 w 8037833"/>
              <a:gd name="connsiteY99" fmla="*/ 3776166 h 3784177"/>
              <a:gd name="connsiteX100" fmla="*/ 1039167 w 8037833"/>
              <a:gd name="connsiteY100" fmla="*/ 3784177 h 3784177"/>
              <a:gd name="connsiteX101" fmla="*/ 1012958 w 8037833"/>
              <a:gd name="connsiteY101" fmla="*/ 3779206 h 3784177"/>
              <a:gd name="connsiteX102" fmla="*/ 907906 w 8037833"/>
              <a:gd name="connsiteY102" fmla="*/ 3757678 h 3784177"/>
              <a:gd name="connsiteX103" fmla="*/ 825226 w 8037833"/>
              <a:gd name="connsiteY103" fmla="*/ 3726369 h 3784177"/>
              <a:gd name="connsiteX104" fmla="*/ 722264 w 8037833"/>
              <a:gd name="connsiteY104" fmla="*/ 3747612 h 3784177"/>
              <a:gd name="connsiteX105" fmla="*/ 659460 w 8037833"/>
              <a:gd name="connsiteY105" fmla="*/ 3740429 h 3784177"/>
              <a:gd name="connsiteX106" fmla="*/ 556552 w 8037833"/>
              <a:gd name="connsiteY106" fmla="*/ 3739124 h 3784177"/>
              <a:gd name="connsiteX107" fmla="*/ 445444 w 8037833"/>
              <a:gd name="connsiteY107" fmla="*/ 3764831 h 3784177"/>
              <a:gd name="connsiteX108" fmla="*/ 393295 w 8037833"/>
              <a:gd name="connsiteY108" fmla="*/ 3753097 h 3784177"/>
              <a:gd name="connsiteX109" fmla="*/ 339711 w 8037833"/>
              <a:gd name="connsiteY109" fmla="*/ 3718242 h 3784177"/>
              <a:gd name="connsiteX110" fmla="*/ 222239 w 8037833"/>
              <a:gd name="connsiteY110" fmla="*/ 3672335 h 3784177"/>
              <a:gd name="connsiteX111" fmla="*/ 163578 w 8037833"/>
              <a:gd name="connsiteY111" fmla="*/ 3656292 h 3784177"/>
              <a:gd name="connsiteX112" fmla="*/ 72220 w 8037833"/>
              <a:gd name="connsiteY112" fmla="*/ 3645272 h 3784177"/>
              <a:gd name="connsiteX113" fmla="*/ 44395 w 8037833"/>
              <a:gd name="connsiteY113" fmla="*/ 3639455 h 3784177"/>
              <a:gd name="connsiteX114" fmla="*/ 1962 w 8037833"/>
              <a:gd name="connsiteY114" fmla="*/ 3635948 h 3784177"/>
              <a:gd name="connsiteX115" fmla="*/ 0 w 8037833"/>
              <a:gd name="connsiteY115" fmla="*/ 3635261 h 3784177"/>
              <a:gd name="connsiteX116" fmla="*/ 0 w 8037833"/>
              <a:gd name="connsiteY11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432153 w 8037833"/>
              <a:gd name="connsiteY66" fmla="*/ 3667780 h 3784177"/>
              <a:gd name="connsiteX67" fmla="*/ 3373519 w 8037833"/>
              <a:gd name="connsiteY67" fmla="*/ 3665785 h 3784177"/>
              <a:gd name="connsiteX68" fmla="*/ 3114267 w 8037833"/>
              <a:gd name="connsiteY68" fmla="*/ 3638983 h 3784177"/>
              <a:gd name="connsiteX69" fmla="*/ 2989722 w 8037833"/>
              <a:gd name="connsiteY69" fmla="*/ 3623230 h 3784177"/>
              <a:gd name="connsiteX70" fmla="*/ 2965734 w 8037833"/>
              <a:gd name="connsiteY70" fmla="*/ 3635676 h 3784177"/>
              <a:gd name="connsiteX71" fmla="*/ 2961603 w 8037833"/>
              <a:gd name="connsiteY71" fmla="*/ 3638221 h 3784177"/>
              <a:gd name="connsiteX72" fmla="*/ 2944959 w 8037833"/>
              <a:gd name="connsiteY72" fmla="*/ 3639723 h 3784177"/>
              <a:gd name="connsiteX73" fmla="*/ 2940402 w 8037833"/>
              <a:gd name="connsiteY73" fmla="*/ 3651000 h 3784177"/>
              <a:gd name="connsiteX74" fmla="*/ 2915449 w 8037833"/>
              <a:gd name="connsiteY74" fmla="*/ 3661039 h 3784177"/>
              <a:gd name="connsiteX75" fmla="*/ 2884777 w 8037833"/>
              <a:gd name="connsiteY75" fmla="*/ 3660775 h 3784177"/>
              <a:gd name="connsiteX76" fmla="*/ 2739034 w 8037833"/>
              <a:gd name="connsiteY76" fmla="*/ 3647396 h 3784177"/>
              <a:gd name="connsiteX77" fmla="*/ 2651827 w 8037833"/>
              <a:gd name="connsiteY77" fmla="*/ 3646306 h 3784177"/>
              <a:gd name="connsiteX78" fmla="*/ 2618680 w 8037833"/>
              <a:gd name="connsiteY78" fmla="*/ 3656755 h 3784177"/>
              <a:gd name="connsiteX79" fmla="*/ 2572404 w 8037833"/>
              <a:gd name="connsiteY79" fmla="*/ 3664043 h 3784177"/>
              <a:gd name="connsiteX80" fmla="*/ 2490721 w 8037833"/>
              <a:gd name="connsiteY80" fmla="*/ 3685313 h 3784177"/>
              <a:gd name="connsiteX81" fmla="*/ 2423704 w 8037833"/>
              <a:gd name="connsiteY81" fmla="*/ 3658079 h 3784177"/>
              <a:gd name="connsiteX82" fmla="*/ 2301172 w 8037833"/>
              <a:gd name="connsiteY82" fmla="*/ 3663053 h 3784177"/>
              <a:gd name="connsiteX83" fmla="*/ 2294102 w 8037833"/>
              <a:gd name="connsiteY83" fmla="*/ 3671151 h 3784177"/>
              <a:gd name="connsiteX84" fmla="*/ 2238966 w 8037833"/>
              <a:gd name="connsiteY84" fmla="*/ 3668777 h 3784177"/>
              <a:gd name="connsiteX85" fmla="*/ 2082844 w 8037833"/>
              <a:gd name="connsiteY85" fmla="*/ 3631994 h 3784177"/>
              <a:gd name="connsiteX86" fmla="*/ 1938480 w 8037833"/>
              <a:gd name="connsiteY86" fmla="*/ 3601439 h 3784177"/>
              <a:gd name="connsiteX87" fmla="*/ 1900166 w 8037833"/>
              <a:gd name="connsiteY87" fmla="*/ 3609358 h 3784177"/>
              <a:gd name="connsiteX88" fmla="*/ 1835976 w 8037833"/>
              <a:gd name="connsiteY88" fmla="*/ 3622065 h 3784177"/>
              <a:gd name="connsiteX89" fmla="*/ 1787830 w 8037833"/>
              <a:gd name="connsiteY89" fmla="*/ 3633173 h 3784177"/>
              <a:gd name="connsiteX90" fmla="*/ 1734224 w 8037833"/>
              <a:gd name="connsiteY90" fmla="*/ 3655593 h 3784177"/>
              <a:gd name="connsiteX91" fmla="*/ 1721989 w 8037833"/>
              <a:gd name="connsiteY91" fmla="*/ 3627298 h 3784177"/>
              <a:gd name="connsiteX92" fmla="*/ 1664576 w 8037833"/>
              <a:gd name="connsiteY92" fmla="*/ 3638572 h 3784177"/>
              <a:gd name="connsiteX93" fmla="*/ 1577459 w 8037833"/>
              <a:gd name="connsiteY93" fmla="*/ 3658824 h 3784177"/>
              <a:gd name="connsiteX94" fmla="*/ 1527269 w 8037833"/>
              <a:gd name="connsiteY94" fmla="*/ 3663088 h 3784177"/>
              <a:gd name="connsiteX95" fmla="*/ 1390118 w 8037833"/>
              <a:gd name="connsiteY95" fmla="*/ 3682789 h 3784177"/>
              <a:gd name="connsiteX96" fmla="*/ 1252698 w 8037833"/>
              <a:gd name="connsiteY96" fmla="*/ 3708662 h 3784177"/>
              <a:gd name="connsiteX97" fmla="*/ 1171039 w 8037833"/>
              <a:gd name="connsiteY97" fmla="*/ 3758642 h 3784177"/>
              <a:gd name="connsiteX98" fmla="*/ 1058106 w 8037833"/>
              <a:gd name="connsiteY98" fmla="*/ 3776166 h 3784177"/>
              <a:gd name="connsiteX99" fmla="*/ 1039167 w 8037833"/>
              <a:gd name="connsiteY99" fmla="*/ 3784177 h 3784177"/>
              <a:gd name="connsiteX100" fmla="*/ 1012958 w 8037833"/>
              <a:gd name="connsiteY100" fmla="*/ 3779206 h 3784177"/>
              <a:gd name="connsiteX101" fmla="*/ 907906 w 8037833"/>
              <a:gd name="connsiteY101" fmla="*/ 3757678 h 3784177"/>
              <a:gd name="connsiteX102" fmla="*/ 825226 w 8037833"/>
              <a:gd name="connsiteY102" fmla="*/ 3726369 h 3784177"/>
              <a:gd name="connsiteX103" fmla="*/ 722264 w 8037833"/>
              <a:gd name="connsiteY103" fmla="*/ 3747612 h 3784177"/>
              <a:gd name="connsiteX104" fmla="*/ 659460 w 8037833"/>
              <a:gd name="connsiteY104" fmla="*/ 3740429 h 3784177"/>
              <a:gd name="connsiteX105" fmla="*/ 556552 w 8037833"/>
              <a:gd name="connsiteY105" fmla="*/ 3739124 h 3784177"/>
              <a:gd name="connsiteX106" fmla="*/ 445444 w 8037833"/>
              <a:gd name="connsiteY106" fmla="*/ 3764831 h 3784177"/>
              <a:gd name="connsiteX107" fmla="*/ 393295 w 8037833"/>
              <a:gd name="connsiteY107" fmla="*/ 3753097 h 3784177"/>
              <a:gd name="connsiteX108" fmla="*/ 339711 w 8037833"/>
              <a:gd name="connsiteY108" fmla="*/ 3718242 h 3784177"/>
              <a:gd name="connsiteX109" fmla="*/ 222239 w 8037833"/>
              <a:gd name="connsiteY109" fmla="*/ 3672335 h 3784177"/>
              <a:gd name="connsiteX110" fmla="*/ 163578 w 8037833"/>
              <a:gd name="connsiteY110" fmla="*/ 3656292 h 3784177"/>
              <a:gd name="connsiteX111" fmla="*/ 72220 w 8037833"/>
              <a:gd name="connsiteY111" fmla="*/ 3645272 h 3784177"/>
              <a:gd name="connsiteX112" fmla="*/ 44395 w 8037833"/>
              <a:gd name="connsiteY112" fmla="*/ 3639455 h 3784177"/>
              <a:gd name="connsiteX113" fmla="*/ 1962 w 8037833"/>
              <a:gd name="connsiteY113" fmla="*/ 3635948 h 3784177"/>
              <a:gd name="connsiteX114" fmla="*/ 0 w 8037833"/>
              <a:gd name="connsiteY114" fmla="*/ 3635261 h 3784177"/>
              <a:gd name="connsiteX115" fmla="*/ 0 w 8037833"/>
              <a:gd name="connsiteY115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432153 w 8037833"/>
              <a:gd name="connsiteY66" fmla="*/ 3667780 h 3784177"/>
              <a:gd name="connsiteX67" fmla="*/ 3373519 w 8037833"/>
              <a:gd name="connsiteY67" fmla="*/ 3665785 h 3784177"/>
              <a:gd name="connsiteX68" fmla="*/ 3114267 w 8037833"/>
              <a:gd name="connsiteY68" fmla="*/ 3638983 h 3784177"/>
              <a:gd name="connsiteX69" fmla="*/ 2989722 w 8037833"/>
              <a:gd name="connsiteY69" fmla="*/ 3623230 h 3784177"/>
              <a:gd name="connsiteX70" fmla="*/ 2965734 w 8037833"/>
              <a:gd name="connsiteY70" fmla="*/ 3635676 h 3784177"/>
              <a:gd name="connsiteX71" fmla="*/ 2961603 w 8037833"/>
              <a:gd name="connsiteY71" fmla="*/ 3638221 h 3784177"/>
              <a:gd name="connsiteX72" fmla="*/ 2944959 w 8037833"/>
              <a:gd name="connsiteY72" fmla="*/ 3639723 h 3784177"/>
              <a:gd name="connsiteX73" fmla="*/ 2940402 w 8037833"/>
              <a:gd name="connsiteY73" fmla="*/ 3651000 h 3784177"/>
              <a:gd name="connsiteX74" fmla="*/ 2915449 w 8037833"/>
              <a:gd name="connsiteY74" fmla="*/ 3661039 h 3784177"/>
              <a:gd name="connsiteX75" fmla="*/ 2884777 w 8037833"/>
              <a:gd name="connsiteY75" fmla="*/ 3660775 h 3784177"/>
              <a:gd name="connsiteX76" fmla="*/ 2739034 w 8037833"/>
              <a:gd name="connsiteY76" fmla="*/ 3647396 h 3784177"/>
              <a:gd name="connsiteX77" fmla="*/ 2651827 w 8037833"/>
              <a:gd name="connsiteY77" fmla="*/ 3646306 h 3784177"/>
              <a:gd name="connsiteX78" fmla="*/ 2618680 w 8037833"/>
              <a:gd name="connsiteY78" fmla="*/ 3656755 h 3784177"/>
              <a:gd name="connsiteX79" fmla="*/ 2572404 w 8037833"/>
              <a:gd name="connsiteY79" fmla="*/ 3664043 h 3784177"/>
              <a:gd name="connsiteX80" fmla="*/ 2423704 w 8037833"/>
              <a:gd name="connsiteY80" fmla="*/ 3658079 h 3784177"/>
              <a:gd name="connsiteX81" fmla="*/ 2301172 w 8037833"/>
              <a:gd name="connsiteY81" fmla="*/ 3663053 h 3784177"/>
              <a:gd name="connsiteX82" fmla="*/ 2294102 w 8037833"/>
              <a:gd name="connsiteY82" fmla="*/ 3671151 h 3784177"/>
              <a:gd name="connsiteX83" fmla="*/ 2238966 w 8037833"/>
              <a:gd name="connsiteY83" fmla="*/ 3668777 h 3784177"/>
              <a:gd name="connsiteX84" fmla="*/ 2082844 w 8037833"/>
              <a:gd name="connsiteY84" fmla="*/ 3631994 h 3784177"/>
              <a:gd name="connsiteX85" fmla="*/ 1938480 w 8037833"/>
              <a:gd name="connsiteY85" fmla="*/ 3601439 h 3784177"/>
              <a:gd name="connsiteX86" fmla="*/ 1900166 w 8037833"/>
              <a:gd name="connsiteY86" fmla="*/ 3609358 h 3784177"/>
              <a:gd name="connsiteX87" fmla="*/ 1835976 w 8037833"/>
              <a:gd name="connsiteY87" fmla="*/ 3622065 h 3784177"/>
              <a:gd name="connsiteX88" fmla="*/ 1787830 w 8037833"/>
              <a:gd name="connsiteY88" fmla="*/ 3633173 h 3784177"/>
              <a:gd name="connsiteX89" fmla="*/ 1734224 w 8037833"/>
              <a:gd name="connsiteY89" fmla="*/ 3655593 h 3784177"/>
              <a:gd name="connsiteX90" fmla="*/ 1721989 w 8037833"/>
              <a:gd name="connsiteY90" fmla="*/ 3627298 h 3784177"/>
              <a:gd name="connsiteX91" fmla="*/ 1664576 w 8037833"/>
              <a:gd name="connsiteY91" fmla="*/ 3638572 h 3784177"/>
              <a:gd name="connsiteX92" fmla="*/ 1577459 w 8037833"/>
              <a:gd name="connsiteY92" fmla="*/ 3658824 h 3784177"/>
              <a:gd name="connsiteX93" fmla="*/ 1527269 w 8037833"/>
              <a:gd name="connsiteY93" fmla="*/ 3663088 h 3784177"/>
              <a:gd name="connsiteX94" fmla="*/ 1390118 w 8037833"/>
              <a:gd name="connsiteY94" fmla="*/ 3682789 h 3784177"/>
              <a:gd name="connsiteX95" fmla="*/ 1252698 w 8037833"/>
              <a:gd name="connsiteY95" fmla="*/ 3708662 h 3784177"/>
              <a:gd name="connsiteX96" fmla="*/ 1171039 w 8037833"/>
              <a:gd name="connsiteY96" fmla="*/ 3758642 h 3784177"/>
              <a:gd name="connsiteX97" fmla="*/ 1058106 w 8037833"/>
              <a:gd name="connsiteY97" fmla="*/ 3776166 h 3784177"/>
              <a:gd name="connsiteX98" fmla="*/ 1039167 w 8037833"/>
              <a:gd name="connsiteY98" fmla="*/ 3784177 h 3784177"/>
              <a:gd name="connsiteX99" fmla="*/ 1012958 w 8037833"/>
              <a:gd name="connsiteY99" fmla="*/ 3779206 h 3784177"/>
              <a:gd name="connsiteX100" fmla="*/ 907906 w 8037833"/>
              <a:gd name="connsiteY100" fmla="*/ 3757678 h 3784177"/>
              <a:gd name="connsiteX101" fmla="*/ 825226 w 8037833"/>
              <a:gd name="connsiteY101" fmla="*/ 3726369 h 3784177"/>
              <a:gd name="connsiteX102" fmla="*/ 722264 w 8037833"/>
              <a:gd name="connsiteY102" fmla="*/ 3747612 h 3784177"/>
              <a:gd name="connsiteX103" fmla="*/ 659460 w 8037833"/>
              <a:gd name="connsiteY103" fmla="*/ 3740429 h 3784177"/>
              <a:gd name="connsiteX104" fmla="*/ 556552 w 8037833"/>
              <a:gd name="connsiteY104" fmla="*/ 3739124 h 3784177"/>
              <a:gd name="connsiteX105" fmla="*/ 445444 w 8037833"/>
              <a:gd name="connsiteY105" fmla="*/ 3764831 h 3784177"/>
              <a:gd name="connsiteX106" fmla="*/ 393295 w 8037833"/>
              <a:gd name="connsiteY106" fmla="*/ 3753097 h 3784177"/>
              <a:gd name="connsiteX107" fmla="*/ 339711 w 8037833"/>
              <a:gd name="connsiteY107" fmla="*/ 3718242 h 3784177"/>
              <a:gd name="connsiteX108" fmla="*/ 222239 w 8037833"/>
              <a:gd name="connsiteY108" fmla="*/ 3672335 h 3784177"/>
              <a:gd name="connsiteX109" fmla="*/ 163578 w 8037833"/>
              <a:gd name="connsiteY109" fmla="*/ 3656292 h 3784177"/>
              <a:gd name="connsiteX110" fmla="*/ 72220 w 8037833"/>
              <a:gd name="connsiteY110" fmla="*/ 3645272 h 3784177"/>
              <a:gd name="connsiteX111" fmla="*/ 44395 w 8037833"/>
              <a:gd name="connsiteY111" fmla="*/ 3639455 h 3784177"/>
              <a:gd name="connsiteX112" fmla="*/ 1962 w 8037833"/>
              <a:gd name="connsiteY112" fmla="*/ 3635948 h 3784177"/>
              <a:gd name="connsiteX113" fmla="*/ 0 w 8037833"/>
              <a:gd name="connsiteY113" fmla="*/ 3635261 h 3784177"/>
              <a:gd name="connsiteX114" fmla="*/ 0 w 8037833"/>
              <a:gd name="connsiteY11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432153 w 8037833"/>
              <a:gd name="connsiteY66" fmla="*/ 3667780 h 3784177"/>
              <a:gd name="connsiteX67" fmla="*/ 3373519 w 8037833"/>
              <a:gd name="connsiteY67" fmla="*/ 3665785 h 3784177"/>
              <a:gd name="connsiteX68" fmla="*/ 3114267 w 8037833"/>
              <a:gd name="connsiteY68" fmla="*/ 3638983 h 3784177"/>
              <a:gd name="connsiteX69" fmla="*/ 2989722 w 8037833"/>
              <a:gd name="connsiteY69" fmla="*/ 3623230 h 3784177"/>
              <a:gd name="connsiteX70" fmla="*/ 2965734 w 8037833"/>
              <a:gd name="connsiteY70" fmla="*/ 3635676 h 3784177"/>
              <a:gd name="connsiteX71" fmla="*/ 2961603 w 8037833"/>
              <a:gd name="connsiteY71" fmla="*/ 3638221 h 3784177"/>
              <a:gd name="connsiteX72" fmla="*/ 2944959 w 8037833"/>
              <a:gd name="connsiteY72" fmla="*/ 3639723 h 3784177"/>
              <a:gd name="connsiteX73" fmla="*/ 2940402 w 8037833"/>
              <a:gd name="connsiteY73" fmla="*/ 3651000 h 3784177"/>
              <a:gd name="connsiteX74" fmla="*/ 2915449 w 8037833"/>
              <a:gd name="connsiteY74" fmla="*/ 3661039 h 3784177"/>
              <a:gd name="connsiteX75" fmla="*/ 2884777 w 8037833"/>
              <a:gd name="connsiteY75" fmla="*/ 3660775 h 3784177"/>
              <a:gd name="connsiteX76" fmla="*/ 2739034 w 8037833"/>
              <a:gd name="connsiteY76" fmla="*/ 3647396 h 3784177"/>
              <a:gd name="connsiteX77" fmla="*/ 2651827 w 8037833"/>
              <a:gd name="connsiteY77" fmla="*/ 3646306 h 3784177"/>
              <a:gd name="connsiteX78" fmla="*/ 2618680 w 8037833"/>
              <a:gd name="connsiteY78" fmla="*/ 3656755 h 3784177"/>
              <a:gd name="connsiteX79" fmla="*/ 2572404 w 8037833"/>
              <a:gd name="connsiteY79" fmla="*/ 3664043 h 3784177"/>
              <a:gd name="connsiteX80" fmla="*/ 2423704 w 8037833"/>
              <a:gd name="connsiteY80" fmla="*/ 3658079 h 3784177"/>
              <a:gd name="connsiteX81" fmla="*/ 2301172 w 8037833"/>
              <a:gd name="connsiteY81" fmla="*/ 3663053 h 3784177"/>
              <a:gd name="connsiteX82" fmla="*/ 2294102 w 8037833"/>
              <a:gd name="connsiteY82" fmla="*/ 3671151 h 3784177"/>
              <a:gd name="connsiteX83" fmla="*/ 2238966 w 8037833"/>
              <a:gd name="connsiteY83" fmla="*/ 3668777 h 3784177"/>
              <a:gd name="connsiteX84" fmla="*/ 2082844 w 8037833"/>
              <a:gd name="connsiteY84" fmla="*/ 3631994 h 3784177"/>
              <a:gd name="connsiteX85" fmla="*/ 1938480 w 8037833"/>
              <a:gd name="connsiteY85" fmla="*/ 3601439 h 3784177"/>
              <a:gd name="connsiteX86" fmla="*/ 1900166 w 8037833"/>
              <a:gd name="connsiteY86" fmla="*/ 3609358 h 3784177"/>
              <a:gd name="connsiteX87" fmla="*/ 1835976 w 8037833"/>
              <a:gd name="connsiteY87" fmla="*/ 3622065 h 3784177"/>
              <a:gd name="connsiteX88" fmla="*/ 1787830 w 8037833"/>
              <a:gd name="connsiteY88" fmla="*/ 3633173 h 3784177"/>
              <a:gd name="connsiteX89" fmla="*/ 1734224 w 8037833"/>
              <a:gd name="connsiteY89" fmla="*/ 3655593 h 3784177"/>
              <a:gd name="connsiteX90" fmla="*/ 1664576 w 8037833"/>
              <a:gd name="connsiteY90" fmla="*/ 3638572 h 3784177"/>
              <a:gd name="connsiteX91" fmla="*/ 1577459 w 8037833"/>
              <a:gd name="connsiteY91" fmla="*/ 3658824 h 3784177"/>
              <a:gd name="connsiteX92" fmla="*/ 1527269 w 8037833"/>
              <a:gd name="connsiteY92" fmla="*/ 3663088 h 3784177"/>
              <a:gd name="connsiteX93" fmla="*/ 1390118 w 8037833"/>
              <a:gd name="connsiteY93" fmla="*/ 3682789 h 3784177"/>
              <a:gd name="connsiteX94" fmla="*/ 1252698 w 8037833"/>
              <a:gd name="connsiteY94" fmla="*/ 3708662 h 3784177"/>
              <a:gd name="connsiteX95" fmla="*/ 1171039 w 8037833"/>
              <a:gd name="connsiteY95" fmla="*/ 3758642 h 3784177"/>
              <a:gd name="connsiteX96" fmla="*/ 1058106 w 8037833"/>
              <a:gd name="connsiteY96" fmla="*/ 3776166 h 3784177"/>
              <a:gd name="connsiteX97" fmla="*/ 1039167 w 8037833"/>
              <a:gd name="connsiteY97" fmla="*/ 3784177 h 3784177"/>
              <a:gd name="connsiteX98" fmla="*/ 1012958 w 8037833"/>
              <a:gd name="connsiteY98" fmla="*/ 3779206 h 3784177"/>
              <a:gd name="connsiteX99" fmla="*/ 907906 w 8037833"/>
              <a:gd name="connsiteY99" fmla="*/ 3757678 h 3784177"/>
              <a:gd name="connsiteX100" fmla="*/ 825226 w 8037833"/>
              <a:gd name="connsiteY100" fmla="*/ 3726369 h 3784177"/>
              <a:gd name="connsiteX101" fmla="*/ 722264 w 8037833"/>
              <a:gd name="connsiteY101" fmla="*/ 3747612 h 3784177"/>
              <a:gd name="connsiteX102" fmla="*/ 659460 w 8037833"/>
              <a:gd name="connsiteY102" fmla="*/ 3740429 h 3784177"/>
              <a:gd name="connsiteX103" fmla="*/ 556552 w 8037833"/>
              <a:gd name="connsiteY103" fmla="*/ 3739124 h 3784177"/>
              <a:gd name="connsiteX104" fmla="*/ 445444 w 8037833"/>
              <a:gd name="connsiteY104" fmla="*/ 3764831 h 3784177"/>
              <a:gd name="connsiteX105" fmla="*/ 393295 w 8037833"/>
              <a:gd name="connsiteY105" fmla="*/ 3753097 h 3784177"/>
              <a:gd name="connsiteX106" fmla="*/ 339711 w 8037833"/>
              <a:gd name="connsiteY106" fmla="*/ 3718242 h 3784177"/>
              <a:gd name="connsiteX107" fmla="*/ 222239 w 8037833"/>
              <a:gd name="connsiteY107" fmla="*/ 3672335 h 3784177"/>
              <a:gd name="connsiteX108" fmla="*/ 163578 w 8037833"/>
              <a:gd name="connsiteY108" fmla="*/ 3656292 h 3784177"/>
              <a:gd name="connsiteX109" fmla="*/ 72220 w 8037833"/>
              <a:gd name="connsiteY109" fmla="*/ 3645272 h 3784177"/>
              <a:gd name="connsiteX110" fmla="*/ 44395 w 8037833"/>
              <a:gd name="connsiteY110" fmla="*/ 3639455 h 3784177"/>
              <a:gd name="connsiteX111" fmla="*/ 1962 w 8037833"/>
              <a:gd name="connsiteY111" fmla="*/ 3635948 h 3784177"/>
              <a:gd name="connsiteX112" fmla="*/ 0 w 8037833"/>
              <a:gd name="connsiteY112" fmla="*/ 3635261 h 3784177"/>
              <a:gd name="connsiteX113" fmla="*/ 0 w 8037833"/>
              <a:gd name="connsiteY11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432153 w 8037833"/>
              <a:gd name="connsiteY66" fmla="*/ 3667780 h 3784177"/>
              <a:gd name="connsiteX67" fmla="*/ 3373519 w 8037833"/>
              <a:gd name="connsiteY67" fmla="*/ 3665785 h 3784177"/>
              <a:gd name="connsiteX68" fmla="*/ 3114267 w 8037833"/>
              <a:gd name="connsiteY68" fmla="*/ 3638983 h 3784177"/>
              <a:gd name="connsiteX69" fmla="*/ 2989722 w 8037833"/>
              <a:gd name="connsiteY69" fmla="*/ 3623230 h 3784177"/>
              <a:gd name="connsiteX70" fmla="*/ 2965734 w 8037833"/>
              <a:gd name="connsiteY70" fmla="*/ 3635676 h 3784177"/>
              <a:gd name="connsiteX71" fmla="*/ 2961603 w 8037833"/>
              <a:gd name="connsiteY71" fmla="*/ 3638221 h 3784177"/>
              <a:gd name="connsiteX72" fmla="*/ 2944959 w 8037833"/>
              <a:gd name="connsiteY72" fmla="*/ 3639723 h 3784177"/>
              <a:gd name="connsiteX73" fmla="*/ 2940402 w 8037833"/>
              <a:gd name="connsiteY73" fmla="*/ 3651000 h 3784177"/>
              <a:gd name="connsiteX74" fmla="*/ 2915449 w 8037833"/>
              <a:gd name="connsiteY74" fmla="*/ 3661039 h 3784177"/>
              <a:gd name="connsiteX75" fmla="*/ 2884777 w 8037833"/>
              <a:gd name="connsiteY75" fmla="*/ 3660775 h 3784177"/>
              <a:gd name="connsiteX76" fmla="*/ 2739034 w 8037833"/>
              <a:gd name="connsiteY76" fmla="*/ 3647396 h 3784177"/>
              <a:gd name="connsiteX77" fmla="*/ 2651827 w 8037833"/>
              <a:gd name="connsiteY77" fmla="*/ 3646306 h 3784177"/>
              <a:gd name="connsiteX78" fmla="*/ 2618680 w 8037833"/>
              <a:gd name="connsiteY78" fmla="*/ 3656755 h 3784177"/>
              <a:gd name="connsiteX79" fmla="*/ 2572404 w 8037833"/>
              <a:gd name="connsiteY79" fmla="*/ 3664043 h 3784177"/>
              <a:gd name="connsiteX80" fmla="*/ 2423704 w 8037833"/>
              <a:gd name="connsiteY80" fmla="*/ 3658079 h 3784177"/>
              <a:gd name="connsiteX81" fmla="*/ 2301172 w 8037833"/>
              <a:gd name="connsiteY81" fmla="*/ 3663053 h 3784177"/>
              <a:gd name="connsiteX82" fmla="*/ 2294102 w 8037833"/>
              <a:gd name="connsiteY82" fmla="*/ 3671151 h 3784177"/>
              <a:gd name="connsiteX83" fmla="*/ 2238966 w 8037833"/>
              <a:gd name="connsiteY83" fmla="*/ 3668777 h 3784177"/>
              <a:gd name="connsiteX84" fmla="*/ 2082844 w 8037833"/>
              <a:gd name="connsiteY84" fmla="*/ 3631994 h 3784177"/>
              <a:gd name="connsiteX85" fmla="*/ 1938480 w 8037833"/>
              <a:gd name="connsiteY85" fmla="*/ 3601439 h 3784177"/>
              <a:gd name="connsiteX86" fmla="*/ 1900166 w 8037833"/>
              <a:gd name="connsiteY86" fmla="*/ 3609358 h 3784177"/>
              <a:gd name="connsiteX87" fmla="*/ 1787830 w 8037833"/>
              <a:gd name="connsiteY87" fmla="*/ 3633173 h 3784177"/>
              <a:gd name="connsiteX88" fmla="*/ 1734224 w 8037833"/>
              <a:gd name="connsiteY88" fmla="*/ 3655593 h 3784177"/>
              <a:gd name="connsiteX89" fmla="*/ 1664576 w 8037833"/>
              <a:gd name="connsiteY89" fmla="*/ 3638572 h 3784177"/>
              <a:gd name="connsiteX90" fmla="*/ 1577459 w 8037833"/>
              <a:gd name="connsiteY90" fmla="*/ 3658824 h 3784177"/>
              <a:gd name="connsiteX91" fmla="*/ 1527269 w 8037833"/>
              <a:gd name="connsiteY91" fmla="*/ 3663088 h 3784177"/>
              <a:gd name="connsiteX92" fmla="*/ 1390118 w 8037833"/>
              <a:gd name="connsiteY92" fmla="*/ 3682789 h 3784177"/>
              <a:gd name="connsiteX93" fmla="*/ 1252698 w 8037833"/>
              <a:gd name="connsiteY93" fmla="*/ 3708662 h 3784177"/>
              <a:gd name="connsiteX94" fmla="*/ 1171039 w 8037833"/>
              <a:gd name="connsiteY94" fmla="*/ 3758642 h 3784177"/>
              <a:gd name="connsiteX95" fmla="*/ 1058106 w 8037833"/>
              <a:gd name="connsiteY95" fmla="*/ 3776166 h 3784177"/>
              <a:gd name="connsiteX96" fmla="*/ 1039167 w 8037833"/>
              <a:gd name="connsiteY96" fmla="*/ 3784177 h 3784177"/>
              <a:gd name="connsiteX97" fmla="*/ 1012958 w 8037833"/>
              <a:gd name="connsiteY97" fmla="*/ 3779206 h 3784177"/>
              <a:gd name="connsiteX98" fmla="*/ 907906 w 8037833"/>
              <a:gd name="connsiteY98" fmla="*/ 3757678 h 3784177"/>
              <a:gd name="connsiteX99" fmla="*/ 825226 w 8037833"/>
              <a:gd name="connsiteY99" fmla="*/ 3726369 h 3784177"/>
              <a:gd name="connsiteX100" fmla="*/ 722264 w 8037833"/>
              <a:gd name="connsiteY100" fmla="*/ 3747612 h 3784177"/>
              <a:gd name="connsiteX101" fmla="*/ 659460 w 8037833"/>
              <a:gd name="connsiteY101" fmla="*/ 3740429 h 3784177"/>
              <a:gd name="connsiteX102" fmla="*/ 556552 w 8037833"/>
              <a:gd name="connsiteY102" fmla="*/ 3739124 h 3784177"/>
              <a:gd name="connsiteX103" fmla="*/ 445444 w 8037833"/>
              <a:gd name="connsiteY103" fmla="*/ 3764831 h 3784177"/>
              <a:gd name="connsiteX104" fmla="*/ 393295 w 8037833"/>
              <a:gd name="connsiteY104" fmla="*/ 3753097 h 3784177"/>
              <a:gd name="connsiteX105" fmla="*/ 339711 w 8037833"/>
              <a:gd name="connsiteY105" fmla="*/ 3718242 h 3784177"/>
              <a:gd name="connsiteX106" fmla="*/ 222239 w 8037833"/>
              <a:gd name="connsiteY106" fmla="*/ 3672335 h 3784177"/>
              <a:gd name="connsiteX107" fmla="*/ 163578 w 8037833"/>
              <a:gd name="connsiteY107" fmla="*/ 3656292 h 3784177"/>
              <a:gd name="connsiteX108" fmla="*/ 72220 w 8037833"/>
              <a:gd name="connsiteY108" fmla="*/ 3645272 h 3784177"/>
              <a:gd name="connsiteX109" fmla="*/ 44395 w 8037833"/>
              <a:gd name="connsiteY109" fmla="*/ 3639455 h 3784177"/>
              <a:gd name="connsiteX110" fmla="*/ 1962 w 8037833"/>
              <a:gd name="connsiteY110" fmla="*/ 3635948 h 3784177"/>
              <a:gd name="connsiteX111" fmla="*/ 0 w 8037833"/>
              <a:gd name="connsiteY111" fmla="*/ 3635261 h 3784177"/>
              <a:gd name="connsiteX112" fmla="*/ 0 w 8037833"/>
              <a:gd name="connsiteY112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94102 w 8037833"/>
              <a:gd name="connsiteY81" fmla="*/ 3671151 h 3784177"/>
              <a:gd name="connsiteX82" fmla="*/ 2238966 w 8037833"/>
              <a:gd name="connsiteY82" fmla="*/ 3668777 h 3784177"/>
              <a:gd name="connsiteX83" fmla="*/ 2082844 w 8037833"/>
              <a:gd name="connsiteY83" fmla="*/ 3631994 h 3784177"/>
              <a:gd name="connsiteX84" fmla="*/ 1938480 w 8037833"/>
              <a:gd name="connsiteY84" fmla="*/ 3601439 h 3784177"/>
              <a:gd name="connsiteX85" fmla="*/ 1900166 w 8037833"/>
              <a:gd name="connsiteY85" fmla="*/ 3609358 h 3784177"/>
              <a:gd name="connsiteX86" fmla="*/ 1787830 w 8037833"/>
              <a:gd name="connsiteY86" fmla="*/ 3633173 h 3784177"/>
              <a:gd name="connsiteX87" fmla="*/ 1734224 w 8037833"/>
              <a:gd name="connsiteY87" fmla="*/ 3655593 h 3784177"/>
              <a:gd name="connsiteX88" fmla="*/ 1664576 w 8037833"/>
              <a:gd name="connsiteY88" fmla="*/ 3638572 h 3784177"/>
              <a:gd name="connsiteX89" fmla="*/ 1577459 w 8037833"/>
              <a:gd name="connsiteY89" fmla="*/ 3658824 h 3784177"/>
              <a:gd name="connsiteX90" fmla="*/ 1527269 w 8037833"/>
              <a:gd name="connsiteY90" fmla="*/ 3663088 h 3784177"/>
              <a:gd name="connsiteX91" fmla="*/ 1390118 w 8037833"/>
              <a:gd name="connsiteY91" fmla="*/ 3682789 h 3784177"/>
              <a:gd name="connsiteX92" fmla="*/ 1252698 w 8037833"/>
              <a:gd name="connsiteY92" fmla="*/ 3708662 h 3784177"/>
              <a:gd name="connsiteX93" fmla="*/ 1171039 w 8037833"/>
              <a:gd name="connsiteY93" fmla="*/ 3758642 h 3784177"/>
              <a:gd name="connsiteX94" fmla="*/ 1058106 w 8037833"/>
              <a:gd name="connsiteY94" fmla="*/ 3776166 h 3784177"/>
              <a:gd name="connsiteX95" fmla="*/ 1039167 w 8037833"/>
              <a:gd name="connsiteY95" fmla="*/ 3784177 h 3784177"/>
              <a:gd name="connsiteX96" fmla="*/ 1012958 w 8037833"/>
              <a:gd name="connsiteY96" fmla="*/ 3779206 h 3784177"/>
              <a:gd name="connsiteX97" fmla="*/ 907906 w 8037833"/>
              <a:gd name="connsiteY97" fmla="*/ 3757678 h 3784177"/>
              <a:gd name="connsiteX98" fmla="*/ 825226 w 8037833"/>
              <a:gd name="connsiteY98" fmla="*/ 3726369 h 3784177"/>
              <a:gd name="connsiteX99" fmla="*/ 722264 w 8037833"/>
              <a:gd name="connsiteY99" fmla="*/ 3747612 h 3784177"/>
              <a:gd name="connsiteX100" fmla="*/ 659460 w 8037833"/>
              <a:gd name="connsiteY100" fmla="*/ 3740429 h 3784177"/>
              <a:gd name="connsiteX101" fmla="*/ 556552 w 8037833"/>
              <a:gd name="connsiteY101" fmla="*/ 3739124 h 3784177"/>
              <a:gd name="connsiteX102" fmla="*/ 445444 w 8037833"/>
              <a:gd name="connsiteY102" fmla="*/ 3764831 h 3784177"/>
              <a:gd name="connsiteX103" fmla="*/ 393295 w 8037833"/>
              <a:gd name="connsiteY103" fmla="*/ 3753097 h 3784177"/>
              <a:gd name="connsiteX104" fmla="*/ 339711 w 8037833"/>
              <a:gd name="connsiteY104" fmla="*/ 3718242 h 3784177"/>
              <a:gd name="connsiteX105" fmla="*/ 222239 w 8037833"/>
              <a:gd name="connsiteY105" fmla="*/ 3672335 h 3784177"/>
              <a:gd name="connsiteX106" fmla="*/ 163578 w 8037833"/>
              <a:gd name="connsiteY106" fmla="*/ 3656292 h 3784177"/>
              <a:gd name="connsiteX107" fmla="*/ 72220 w 8037833"/>
              <a:gd name="connsiteY107" fmla="*/ 3645272 h 3784177"/>
              <a:gd name="connsiteX108" fmla="*/ 44395 w 8037833"/>
              <a:gd name="connsiteY108" fmla="*/ 3639455 h 3784177"/>
              <a:gd name="connsiteX109" fmla="*/ 1962 w 8037833"/>
              <a:gd name="connsiteY109" fmla="*/ 3635948 h 3784177"/>
              <a:gd name="connsiteX110" fmla="*/ 0 w 8037833"/>
              <a:gd name="connsiteY110" fmla="*/ 3635261 h 3784177"/>
              <a:gd name="connsiteX111" fmla="*/ 0 w 8037833"/>
              <a:gd name="connsiteY111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1012958 w 8037833"/>
              <a:gd name="connsiteY95" fmla="*/ 3779206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445444 w 8037833"/>
              <a:gd name="connsiteY101" fmla="*/ 3764831 h 3784177"/>
              <a:gd name="connsiteX102" fmla="*/ 393295 w 8037833"/>
              <a:gd name="connsiteY102" fmla="*/ 3753097 h 3784177"/>
              <a:gd name="connsiteX103" fmla="*/ 339711 w 8037833"/>
              <a:gd name="connsiteY103" fmla="*/ 3718242 h 3784177"/>
              <a:gd name="connsiteX104" fmla="*/ 222239 w 8037833"/>
              <a:gd name="connsiteY104" fmla="*/ 3672335 h 3784177"/>
              <a:gd name="connsiteX105" fmla="*/ 163578 w 8037833"/>
              <a:gd name="connsiteY105" fmla="*/ 3656292 h 3784177"/>
              <a:gd name="connsiteX106" fmla="*/ 72220 w 8037833"/>
              <a:gd name="connsiteY106" fmla="*/ 3645272 h 3784177"/>
              <a:gd name="connsiteX107" fmla="*/ 44395 w 8037833"/>
              <a:gd name="connsiteY107" fmla="*/ 3639455 h 3784177"/>
              <a:gd name="connsiteX108" fmla="*/ 1962 w 8037833"/>
              <a:gd name="connsiteY108" fmla="*/ 3635948 h 3784177"/>
              <a:gd name="connsiteX109" fmla="*/ 0 w 8037833"/>
              <a:gd name="connsiteY109" fmla="*/ 3635261 h 3784177"/>
              <a:gd name="connsiteX110" fmla="*/ 0 w 8037833"/>
              <a:gd name="connsiteY11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1012958 w 8037833"/>
              <a:gd name="connsiteY95" fmla="*/ 3779206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445444 w 8037833"/>
              <a:gd name="connsiteY101" fmla="*/ 3764831 h 3784177"/>
              <a:gd name="connsiteX102" fmla="*/ 393295 w 8037833"/>
              <a:gd name="connsiteY102" fmla="*/ 3753097 h 3784177"/>
              <a:gd name="connsiteX103" fmla="*/ 339711 w 8037833"/>
              <a:gd name="connsiteY103" fmla="*/ 3718242 h 3784177"/>
              <a:gd name="connsiteX104" fmla="*/ 222239 w 8037833"/>
              <a:gd name="connsiteY104" fmla="*/ 3672335 h 3784177"/>
              <a:gd name="connsiteX105" fmla="*/ 163578 w 8037833"/>
              <a:gd name="connsiteY105" fmla="*/ 3656292 h 3784177"/>
              <a:gd name="connsiteX106" fmla="*/ 72220 w 8037833"/>
              <a:gd name="connsiteY106" fmla="*/ 3645272 h 3784177"/>
              <a:gd name="connsiteX107" fmla="*/ 44395 w 8037833"/>
              <a:gd name="connsiteY107" fmla="*/ 3639455 h 3784177"/>
              <a:gd name="connsiteX108" fmla="*/ 1962 w 8037833"/>
              <a:gd name="connsiteY108" fmla="*/ 3635948 h 3784177"/>
              <a:gd name="connsiteX109" fmla="*/ 0 w 8037833"/>
              <a:gd name="connsiteY109" fmla="*/ 3635261 h 3784177"/>
              <a:gd name="connsiteX110" fmla="*/ 0 w 8037833"/>
              <a:gd name="connsiteY110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1012958 w 8037833"/>
              <a:gd name="connsiteY95" fmla="*/ 3779206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393295 w 8037833"/>
              <a:gd name="connsiteY101" fmla="*/ 3753097 h 3784177"/>
              <a:gd name="connsiteX102" fmla="*/ 339711 w 8037833"/>
              <a:gd name="connsiteY102" fmla="*/ 3718242 h 3784177"/>
              <a:gd name="connsiteX103" fmla="*/ 222239 w 8037833"/>
              <a:gd name="connsiteY103" fmla="*/ 3672335 h 3784177"/>
              <a:gd name="connsiteX104" fmla="*/ 163578 w 8037833"/>
              <a:gd name="connsiteY104" fmla="*/ 3656292 h 3784177"/>
              <a:gd name="connsiteX105" fmla="*/ 72220 w 8037833"/>
              <a:gd name="connsiteY105" fmla="*/ 3645272 h 3784177"/>
              <a:gd name="connsiteX106" fmla="*/ 44395 w 8037833"/>
              <a:gd name="connsiteY106" fmla="*/ 3639455 h 3784177"/>
              <a:gd name="connsiteX107" fmla="*/ 1962 w 8037833"/>
              <a:gd name="connsiteY107" fmla="*/ 3635948 h 3784177"/>
              <a:gd name="connsiteX108" fmla="*/ 0 w 8037833"/>
              <a:gd name="connsiteY108" fmla="*/ 3635261 h 3784177"/>
              <a:gd name="connsiteX109" fmla="*/ 0 w 8037833"/>
              <a:gd name="connsiteY10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1012958 w 8037833"/>
              <a:gd name="connsiteY95" fmla="*/ 3779206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393295 w 8037833"/>
              <a:gd name="connsiteY101" fmla="*/ 3753097 h 3784177"/>
              <a:gd name="connsiteX102" fmla="*/ 339711 w 8037833"/>
              <a:gd name="connsiteY102" fmla="*/ 3718242 h 3784177"/>
              <a:gd name="connsiteX103" fmla="*/ 222239 w 8037833"/>
              <a:gd name="connsiteY103" fmla="*/ 3672335 h 3784177"/>
              <a:gd name="connsiteX104" fmla="*/ 163578 w 8037833"/>
              <a:gd name="connsiteY104" fmla="*/ 3656292 h 3784177"/>
              <a:gd name="connsiteX105" fmla="*/ 72220 w 8037833"/>
              <a:gd name="connsiteY105" fmla="*/ 3645272 h 3784177"/>
              <a:gd name="connsiteX106" fmla="*/ 44395 w 8037833"/>
              <a:gd name="connsiteY106" fmla="*/ 3639455 h 3784177"/>
              <a:gd name="connsiteX107" fmla="*/ 1962 w 8037833"/>
              <a:gd name="connsiteY107" fmla="*/ 3635948 h 3784177"/>
              <a:gd name="connsiteX108" fmla="*/ 0 w 8037833"/>
              <a:gd name="connsiteY108" fmla="*/ 3635261 h 3784177"/>
              <a:gd name="connsiteX109" fmla="*/ 0 w 8037833"/>
              <a:gd name="connsiteY10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989223 w 8037833"/>
              <a:gd name="connsiteY95" fmla="*/ 3770303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393295 w 8037833"/>
              <a:gd name="connsiteY101" fmla="*/ 3753097 h 3784177"/>
              <a:gd name="connsiteX102" fmla="*/ 339711 w 8037833"/>
              <a:gd name="connsiteY102" fmla="*/ 3718242 h 3784177"/>
              <a:gd name="connsiteX103" fmla="*/ 222239 w 8037833"/>
              <a:gd name="connsiteY103" fmla="*/ 3672335 h 3784177"/>
              <a:gd name="connsiteX104" fmla="*/ 163578 w 8037833"/>
              <a:gd name="connsiteY104" fmla="*/ 3656292 h 3784177"/>
              <a:gd name="connsiteX105" fmla="*/ 72220 w 8037833"/>
              <a:gd name="connsiteY105" fmla="*/ 3645272 h 3784177"/>
              <a:gd name="connsiteX106" fmla="*/ 44395 w 8037833"/>
              <a:gd name="connsiteY106" fmla="*/ 3639455 h 3784177"/>
              <a:gd name="connsiteX107" fmla="*/ 1962 w 8037833"/>
              <a:gd name="connsiteY107" fmla="*/ 3635948 h 3784177"/>
              <a:gd name="connsiteX108" fmla="*/ 0 w 8037833"/>
              <a:gd name="connsiteY108" fmla="*/ 3635261 h 3784177"/>
              <a:gd name="connsiteX109" fmla="*/ 0 w 8037833"/>
              <a:gd name="connsiteY10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217733 w 8037833"/>
              <a:gd name="connsiteY31" fmla="*/ 3500463 h 3784177"/>
              <a:gd name="connsiteX32" fmla="*/ 5167992 w 8037833"/>
              <a:gd name="connsiteY32" fmla="*/ 3504085 h 3784177"/>
              <a:gd name="connsiteX33" fmla="*/ 4987020 w 8037833"/>
              <a:gd name="connsiteY33" fmla="*/ 3461263 h 3784177"/>
              <a:gd name="connsiteX34" fmla="*/ 4890003 w 8037833"/>
              <a:gd name="connsiteY34" fmla="*/ 3469874 h 3784177"/>
              <a:gd name="connsiteX35" fmla="*/ 4856654 w 8037833"/>
              <a:gd name="connsiteY35" fmla="*/ 3481880 h 3784177"/>
              <a:gd name="connsiteX36" fmla="*/ 4800711 w 8037833"/>
              <a:gd name="connsiteY36" fmla="*/ 3501441 h 3784177"/>
              <a:gd name="connsiteX37" fmla="*/ 4761569 w 8037833"/>
              <a:gd name="connsiteY37" fmla="*/ 3538103 h 3784177"/>
              <a:gd name="connsiteX38" fmla="*/ 4713734 w 8037833"/>
              <a:gd name="connsiteY38" fmla="*/ 3545724 h 3784177"/>
              <a:gd name="connsiteX39" fmla="*/ 4649120 w 8037833"/>
              <a:gd name="connsiteY39" fmla="*/ 3536392 h 3784177"/>
              <a:gd name="connsiteX40" fmla="*/ 4573578 w 8037833"/>
              <a:gd name="connsiteY40" fmla="*/ 3565923 h 3784177"/>
              <a:gd name="connsiteX41" fmla="*/ 4529117 w 8037833"/>
              <a:gd name="connsiteY41" fmla="*/ 3575592 h 3784177"/>
              <a:gd name="connsiteX42" fmla="*/ 4408641 w 8037833"/>
              <a:gd name="connsiteY42" fmla="*/ 3610000 h 3784177"/>
              <a:gd name="connsiteX43" fmla="*/ 4356402 w 8037833"/>
              <a:gd name="connsiteY43" fmla="*/ 3642792 h 3784177"/>
              <a:gd name="connsiteX44" fmla="*/ 4270245 w 8037833"/>
              <a:gd name="connsiteY44" fmla="*/ 3665789 h 3784177"/>
              <a:gd name="connsiteX45" fmla="*/ 4208725 w 8037833"/>
              <a:gd name="connsiteY45" fmla="*/ 3704841 h 3784177"/>
              <a:gd name="connsiteX46" fmla="*/ 4201632 w 8037833"/>
              <a:gd name="connsiteY46" fmla="*/ 3702602 h 3784177"/>
              <a:gd name="connsiteX47" fmla="*/ 4191289 w 8037833"/>
              <a:gd name="connsiteY47" fmla="*/ 3702380 h 3784177"/>
              <a:gd name="connsiteX48" fmla="*/ 4191039 w 8037833"/>
              <a:gd name="connsiteY48" fmla="*/ 3702831 h 3784177"/>
              <a:gd name="connsiteX49" fmla="*/ 4181340 w 8037833"/>
              <a:gd name="connsiteY49" fmla="*/ 3701729 h 3784177"/>
              <a:gd name="connsiteX50" fmla="*/ 4133816 w 8037833"/>
              <a:gd name="connsiteY50" fmla="*/ 3690565 h 3784177"/>
              <a:gd name="connsiteX51" fmla="*/ 4071732 w 8037833"/>
              <a:gd name="connsiteY51" fmla="*/ 3732513 h 3784177"/>
              <a:gd name="connsiteX52" fmla="*/ 4045924 w 8037833"/>
              <a:gd name="connsiteY52" fmla="*/ 3739404 h 3784177"/>
              <a:gd name="connsiteX53" fmla="*/ 4032171 w 8037833"/>
              <a:gd name="connsiteY53" fmla="*/ 3745523 h 3784177"/>
              <a:gd name="connsiteX54" fmla="*/ 4031335 w 8037833"/>
              <a:gd name="connsiteY54" fmla="*/ 3747479 h 3784177"/>
              <a:gd name="connsiteX55" fmla="*/ 3985774 w 8037833"/>
              <a:gd name="connsiteY55" fmla="*/ 3736547 h 3784177"/>
              <a:gd name="connsiteX56" fmla="*/ 3979769 w 8037833"/>
              <a:gd name="connsiteY56" fmla="*/ 3738769 h 3784177"/>
              <a:gd name="connsiteX57" fmla="*/ 3950014 w 8037833"/>
              <a:gd name="connsiteY57" fmla="*/ 3726942 h 3784177"/>
              <a:gd name="connsiteX58" fmla="*/ 3934671 w 8037833"/>
              <a:gd name="connsiteY58" fmla="*/ 3723339 h 3784177"/>
              <a:gd name="connsiteX59" fmla="*/ 3930274 w 8037833"/>
              <a:gd name="connsiteY59" fmla="*/ 3717148 h 3784177"/>
              <a:gd name="connsiteX60" fmla="*/ 3907660 w 8037833"/>
              <a:gd name="connsiteY60" fmla="*/ 3714456 h 3784177"/>
              <a:gd name="connsiteX61" fmla="*/ 3905087 w 8037833"/>
              <a:gd name="connsiteY61" fmla="*/ 3716098 h 3784177"/>
              <a:gd name="connsiteX62" fmla="*/ 3886347 w 8037833"/>
              <a:gd name="connsiteY62" fmla="*/ 3706620 h 3784177"/>
              <a:gd name="connsiteX63" fmla="*/ 3870533 w 8037833"/>
              <a:gd name="connsiteY63" fmla="*/ 3689905 h 3784177"/>
              <a:gd name="connsiteX64" fmla="*/ 3678563 w 8037833"/>
              <a:gd name="connsiteY64" fmla="*/ 3694486 h 3784177"/>
              <a:gd name="connsiteX65" fmla="*/ 3524121 w 8037833"/>
              <a:gd name="connsiteY65" fmla="*/ 3642736 h 3784177"/>
              <a:gd name="connsiteX66" fmla="*/ 3373519 w 8037833"/>
              <a:gd name="connsiteY66" fmla="*/ 3665785 h 3784177"/>
              <a:gd name="connsiteX67" fmla="*/ 3114267 w 8037833"/>
              <a:gd name="connsiteY67" fmla="*/ 3638983 h 3784177"/>
              <a:gd name="connsiteX68" fmla="*/ 2989722 w 8037833"/>
              <a:gd name="connsiteY68" fmla="*/ 3623230 h 3784177"/>
              <a:gd name="connsiteX69" fmla="*/ 2965734 w 8037833"/>
              <a:gd name="connsiteY69" fmla="*/ 3635676 h 3784177"/>
              <a:gd name="connsiteX70" fmla="*/ 2961603 w 8037833"/>
              <a:gd name="connsiteY70" fmla="*/ 3638221 h 3784177"/>
              <a:gd name="connsiteX71" fmla="*/ 2944959 w 8037833"/>
              <a:gd name="connsiteY71" fmla="*/ 3639723 h 3784177"/>
              <a:gd name="connsiteX72" fmla="*/ 2940402 w 8037833"/>
              <a:gd name="connsiteY72" fmla="*/ 3651000 h 3784177"/>
              <a:gd name="connsiteX73" fmla="*/ 2915449 w 8037833"/>
              <a:gd name="connsiteY73" fmla="*/ 3661039 h 3784177"/>
              <a:gd name="connsiteX74" fmla="*/ 2884777 w 8037833"/>
              <a:gd name="connsiteY74" fmla="*/ 3660775 h 3784177"/>
              <a:gd name="connsiteX75" fmla="*/ 2739034 w 8037833"/>
              <a:gd name="connsiteY75" fmla="*/ 3647396 h 3784177"/>
              <a:gd name="connsiteX76" fmla="*/ 2651827 w 8037833"/>
              <a:gd name="connsiteY76" fmla="*/ 3646306 h 3784177"/>
              <a:gd name="connsiteX77" fmla="*/ 2618680 w 8037833"/>
              <a:gd name="connsiteY77" fmla="*/ 3656755 h 3784177"/>
              <a:gd name="connsiteX78" fmla="*/ 2572404 w 8037833"/>
              <a:gd name="connsiteY78" fmla="*/ 3664043 h 3784177"/>
              <a:gd name="connsiteX79" fmla="*/ 2423704 w 8037833"/>
              <a:gd name="connsiteY79" fmla="*/ 3658079 h 3784177"/>
              <a:gd name="connsiteX80" fmla="*/ 2301172 w 8037833"/>
              <a:gd name="connsiteY80" fmla="*/ 3663053 h 3784177"/>
              <a:gd name="connsiteX81" fmla="*/ 2238966 w 8037833"/>
              <a:gd name="connsiteY81" fmla="*/ 3668777 h 3784177"/>
              <a:gd name="connsiteX82" fmla="*/ 2082844 w 8037833"/>
              <a:gd name="connsiteY82" fmla="*/ 3631994 h 3784177"/>
              <a:gd name="connsiteX83" fmla="*/ 1938480 w 8037833"/>
              <a:gd name="connsiteY83" fmla="*/ 3601439 h 3784177"/>
              <a:gd name="connsiteX84" fmla="*/ 1900166 w 8037833"/>
              <a:gd name="connsiteY84" fmla="*/ 3609358 h 3784177"/>
              <a:gd name="connsiteX85" fmla="*/ 1787830 w 8037833"/>
              <a:gd name="connsiteY85" fmla="*/ 3633173 h 3784177"/>
              <a:gd name="connsiteX86" fmla="*/ 1734224 w 8037833"/>
              <a:gd name="connsiteY86" fmla="*/ 3655593 h 3784177"/>
              <a:gd name="connsiteX87" fmla="*/ 1664576 w 8037833"/>
              <a:gd name="connsiteY87" fmla="*/ 3638572 h 3784177"/>
              <a:gd name="connsiteX88" fmla="*/ 1577459 w 8037833"/>
              <a:gd name="connsiteY88" fmla="*/ 3658824 h 3784177"/>
              <a:gd name="connsiteX89" fmla="*/ 1527269 w 8037833"/>
              <a:gd name="connsiteY89" fmla="*/ 3663088 h 3784177"/>
              <a:gd name="connsiteX90" fmla="*/ 1390118 w 8037833"/>
              <a:gd name="connsiteY90" fmla="*/ 3682789 h 3784177"/>
              <a:gd name="connsiteX91" fmla="*/ 1252698 w 8037833"/>
              <a:gd name="connsiteY91" fmla="*/ 3708662 h 3784177"/>
              <a:gd name="connsiteX92" fmla="*/ 1171039 w 8037833"/>
              <a:gd name="connsiteY92" fmla="*/ 3758642 h 3784177"/>
              <a:gd name="connsiteX93" fmla="*/ 1058106 w 8037833"/>
              <a:gd name="connsiteY93" fmla="*/ 3776166 h 3784177"/>
              <a:gd name="connsiteX94" fmla="*/ 1039167 w 8037833"/>
              <a:gd name="connsiteY94" fmla="*/ 3784177 h 3784177"/>
              <a:gd name="connsiteX95" fmla="*/ 989223 w 8037833"/>
              <a:gd name="connsiteY95" fmla="*/ 3770303 h 3784177"/>
              <a:gd name="connsiteX96" fmla="*/ 907906 w 8037833"/>
              <a:gd name="connsiteY96" fmla="*/ 3757678 h 3784177"/>
              <a:gd name="connsiteX97" fmla="*/ 825226 w 8037833"/>
              <a:gd name="connsiteY97" fmla="*/ 3726369 h 3784177"/>
              <a:gd name="connsiteX98" fmla="*/ 722264 w 8037833"/>
              <a:gd name="connsiteY98" fmla="*/ 3747612 h 3784177"/>
              <a:gd name="connsiteX99" fmla="*/ 659460 w 8037833"/>
              <a:gd name="connsiteY99" fmla="*/ 3740429 h 3784177"/>
              <a:gd name="connsiteX100" fmla="*/ 556552 w 8037833"/>
              <a:gd name="connsiteY100" fmla="*/ 3739124 h 3784177"/>
              <a:gd name="connsiteX101" fmla="*/ 385384 w 8037833"/>
              <a:gd name="connsiteY101" fmla="*/ 3726388 h 3784177"/>
              <a:gd name="connsiteX102" fmla="*/ 339711 w 8037833"/>
              <a:gd name="connsiteY102" fmla="*/ 3718242 h 3784177"/>
              <a:gd name="connsiteX103" fmla="*/ 222239 w 8037833"/>
              <a:gd name="connsiteY103" fmla="*/ 3672335 h 3784177"/>
              <a:gd name="connsiteX104" fmla="*/ 163578 w 8037833"/>
              <a:gd name="connsiteY104" fmla="*/ 3656292 h 3784177"/>
              <a:gd name="connsiteX105" fmla="*/ 72220 w 8037833"/>
              <a:gd name="connsiteY105" fmla="*/ 3645272 h 3784177"/>
              <a:gd name="connsiteX106" fmla="*/ 44395 w 8037833"/>
              <a:gd name="connsiteY106" fmla="*/ 3639455 h 3784177"/>
              <a:gd name="connsiteX107" fmla="*/ 1962 w 8037833"/>
              <a:gd name="connsiteY107" fmla="*/ 3635948 h 3784177"/>
              <a:gd name="connsiteX108" fmla="*/ 0 w 8037833"/>
              <a:gd name="connsiteY108" fmla="*/ 3635261 h 3784177"/>
              <a:gd name="connsiteX109" fmla="*/ 0 w 8037833"/>
              <a:gd name="connsiteY109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504085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201632 w 8037833"/>
              <a:gd name="connsiteY45" fmla="*/ 3702602 h 3784177"/>
              <a:gd name="connsiteX46" fmla="*/ 4191289 w 8037833"/>
              <a:gd name="connsiteY46" fmla="*/ 3702380 h 3784177"/>
              <a:gd name="connsiteX47" fmla="*/ 4191039 w 8037833"/>
              <a:gd name="connsiteY47" fmla="*/ 3702831 h 3784177"/>
              <a:gd name="connsiteX48" fmla="*/ 4181340 w 8037833"/>
              <a:gd name="connsiteY48" fmla="*/ 3701729 h 3784177"/>
              <a:gd name="connsiteX49" fmla="*/ 4133816 w 8037833"/>
              <a:gd name="connsiteY49" fmla="*/ 3690565 h 3784177"/>
              <a:gd name="connsiteX50" fmla="*/ 4071732 w 8037833"/>
              <a:gd name="connsiteY50" fmla="*/ 3732513 h 3784177"/>
              <a:gd name="connsiteX51" fmla="*/ 4045924 w 8037833"/>
              <a:gd name="connsiteY51" fmla="*/ 3739404 h 3784177"/>
              <a:gd name="connsiteX52" fmla="*/ 4032171 w 8037833"/>
              <a:gd name="connsiteY52" fmla="*/ 3745523 h 3784177"/>
              <a:gd name="connsiteX53" fmla="*/ 4031335 w 8037833"/>
              <a:gd name="connsiteY53" fmla="*/ 3747479 h 3784177"/>
              <a:gd name="connsiteX54" fmla="*/ 3985774 w 8037833"/>
              <a:gd name="connsiteY54" fmla="*/ 3736547 h 3784177"/>
              <a:gd name="connsiteX55" fmla="*/ 3979769 w 8037833"/>
              <a:gd name="connsiteY55" fmla="*/ 3738769 h 3784177"/>
              <a:gd name="connsiteX56" fmla="*/ 3950014 w 8037833"/>
              <a:gd name="connsiteY56" fmla="*/ 3726942 h 3784177"/>
              <a:gd name="connsiteX57" fmla="*/ 3934671 w 8037833"/>
              <a:gd name="connsiteY57" fmla="*/ 3723339 h 3784177"/>
              <a:gd name="connsiteX58" fmla="*/ 3930274 w 8037833"/>
              <a:gd name="connsiteY58" fmla="*/ 3717148 h 3784177"/>
              <a:gd name="connsiteX59" fmla="*/ 3907660 w 8037833"/>
              <a:gd name="connsiteY59" fmla="*/ 3714456 h 3784177"/>
              <a:gd name="connsiteX60" fmla="*/ 3905087 w 8037833"/>
              <a:gd name="connsiteY60" fmla="*/ 3716098 h 3784177"/>
              <a:gd name="connsiteX61" fmla="*/ 3886347 w 8037833"/>
              <a:gd name="connsiteY61" fmla="*/ 3706620 h 3784177"/>
              <a:gd name="connsiteX62" fmla="*/ 3870533 w 8037833"/>
              <a:gd name="connsiteY62" fmla="*/ 3689905 h 3784177"/>
              <a:gd name="connsiteX63" fmla="*/ 3678563 w 8037833"/>
              <a:gd name="connsiteY63" fmla="*/ 3694486 h 3784177"/>
              <a:gd name="connsiteX64" fmla="*/ 3524121 w 8037833"/>
              <a:gd name="connsiteY64" fmla="*/ 3642736 h 3784177"/>
              <a:gd name="connsiteX65" fmla="*/ 3373519 w 8037833"/>
              <a:gd name="connsiteY65" fmla="*/ 3665785 h 3784177"/>
              <a:gd name="connsiteX66" fmla="*/ 3114267 w 8037833"/>
              <a:gd name="connsiteY66" fmla="*/ 3638983 h 3784177"/>
              <a:gd name="connsiteX67" fmla="*/ 2989722 w 8037833"/>
              <a:gd name="connsiteY67" fmla="*/ 3623230 h 3784177"/>
              <a:gd name="connsiteX68" fmla="*/ 2965734 w 8037833"/>
              <a:gd name="connsiteY68" fmla="*/ 3635676 h 3784177"/>
              <a:gd name="connsiteX69" fmla="*/ 2961603 w 8037833"/>
              <a:gd name="connsiteY69" fmla="*/ 3638221 h 3784177"/>
              <a:gd name="connsiteX70" fmla="*/ 2944959 w 8037833"/>
              <a:gd name="connsiteY70" fmla="*/ 3639723 h 3784177"/>
              <a:gd name="connsiteX71" fmla="*/ 2940402 w 8037833"/>
              <a:gd name="connsiteY71" fmla="*/ 3651000 h 3784177"/>
              <a:gd name="connsiteX72" fmla="*/ 2915449 w 8037833"/>
              <a:gd name="connsiteY72" fmla="*/ 3661039 h 3784177"/>
              <a:gd name="connsiteX73" fmla="*/ 2884777 w 8037833"/>
              <a:gd name="connsiteY73" fmla="*/ 3660775 h 3784177"/>
              <a:gd name="connsiteX74" fmla="*/ 2739034 w 8037833"/>
              <a:gd name="connsiteY74" fmla="*/ 3647396 h 3784177"/>
              <a:gd name="connsiteX75" fmla="*/ 2651827 w 8037833"/>
              <a:gd name="connsiteY75" fmla="*/ 3646306 h 3784177"/>
              <a:gd name="connsiteX76" fmla="*/ 2618680 w 8037833"/>
              <a:gd name="connsiteY76" fmla="*/ 3656755 h 3784177"/>
              <a:gd name="connsiteX77" fmla="*/ 2572404 w 8037833"/>
              <a:gd name="connsiteY77" fmla="*/ 3664043 h 3784177"/>
              <a:gd name="connsiteX78" fmla="*/ 2423704 w 8037833"/>
              <a:gd name="connsiteY78" fmla="*/ 3658079 h 3784177"/>
              <a:gd name="connsiteX79" fmla="*/ 2301172 w 8037833"/>
              <a:gd name="connsiteY79" fmla="*/ 3663053 h 3784177"/>
              <a:gd name="connsiteX80" fmla="*/ 2238966 w 8037833"/>
              <a:gd name="connsiteY80" fmla="*/ 3668777 h 3784177"/>
              <a:gd name="connsiteX81" fmla="*/ 2082844 w 8037833"/>
              <a:gd name="connsiteY81" fmla="*/ 3631994 h 3784177"/>
              <a:gd name="connsiteX82" fmla="*/ 1938480 w 8037833"/>
              <a:gd name="connsiteY82" fmla="*/ 3601439 h 3784177"/>
              <a:gd name="connsiteX83" fmla="*/ 1900166 w 8037833"/>
              <a:gd name="connsiteY83" fmla="*/ 3609358 h 3784177"/>
              <a:gd name="connsiteX84" fmla="*/ 1787830 w 8037833"/>
              <a:gd name="connsiteY84" fmla="*/ 3633173 h 3784177"/>
              <a:gd name="connsiteX85" fmla="*/ 1734224 w 8037833"/>
              <a:gd name="connsiteY85" fmla="*/ 3655593 h 3784177"/>
              <a:gd name="connsiteX86" fmla="*/ 1664576 w 8037833"/>
              <a:gd name="connsiteY86" fmla="*/ 3638572 h 3784177"/>
              <a:gd name="connsiteX87" fmla="*/ 1577459 w 8037833"/>
              <a:gd name="connsiteY87" fmla="*/ 3658824 h 3784177"/>
              <a:gd name="connsiteX88" fmla="*/ 1527269 w 8037833"/>
              <a:gd name="connsiteY88" fmla="*/ 3663088 h 3784177"/>
              <a:gd name="connsiteX89" fmla="*/ 1390118 w 8037833"/>
              <a:gd name="connsiteY89" fmla="*/ 3682789 h 3784177"/>
              <a:gd name="connsiteX90" fmla="*/ 1252698 w 8037833"/>
              <a:gd name="connsiteY90" fmla="*/ 3708662 h 3784177"/>
              <a:gd name="connsiteX91" fmla="*/ 1171039 w 8037833"/>
              <a:gd name="connsiteY91" fmla="*/ 3758642 h 3784177"/>
              <a:gd name="connsiteX92" fmla="*/ 1058106 w 8037833"/>
              <a:gd name="connsiteY92" fmla="*/ 3776166 h 3784177"/>
              <a:gd name="connsiteX93" fmla="*/ 1039167 w 8037833"/>
              <a:gd name="connsiteY93" fmla="*/ 3784177 h 3784177"/>
              <a:gd name="connsiteX94" fmla="*/ 989223 w 8037833"/>
              <a:gd name="connsiteY94" fmla="*/ 3770303 h 3784177"/>
              <a:gd name="connsiteX95" fmla="*/ 907906 w 8037833"/>
              <a:gd name="connsiteY95" fmla="*/ 3757678 h 3784177"/>
              <a:gd name="connsiteX96" fmla="*/ 825226 w 8037833"/>
              <a:gd name="connsiteY96" fmla="*/ 3726369 h 3784177"/>
              <a:gd name="connsiteX97" fmla="*/ 722264 w 8037833"/>
              <a:gd name="connsiteY97" fmla="*/ 3747612 h 3784177"/>
              <a:gd name="connsiteX98" fmla="*/ 659460 w 8037833"/>
              <a:gd name="connsiteY98" fmla="*/ 3740429 h 3784177"/>
              <a:gd name="connsiteX99" fmla="*/ 556552 w 8037833"/>
              <a:gd name="connsiteY99" fmla="*/ 3739124 h 3784177"/>
              <a:gd name="connsiteX100" fmla="*/ 385384 w 8037833"/>
              <a:gd name="connsiteY100" fmla="*/ 3726388 h 3784177"/>
              <a:gd name="connsiteX101" fmla="*/ 339711 w 8037833"/>
              <a:gd name="connsiteY101" fmla="*/ 3718242 h 3784177"/>
              <a:gd name="connsiteX102" fmla="*/ 222239 w 8037833"/>
              <a:gd name="connsiteY102" fmla="*/ 3672335 h 3784177"/>
              <a:gd name="connsiteX103" fmla="*/ 163578 w 8037833"/>
              <a:gd name="connsiteY103" fmla="*/ 3656292 h 3784177"/>
              <a:gd name="connsiteX104" fmla="*/ 72220 w 8037833"/>
              <a:gd name="connsiteY104" fmla="*/ 3645272 h 3784177"/>
              <a:gd name="connsiteX105" fmla="*/ 44395 w 8037833"/>
              <a:gd name="connsiteY105" fmla="*/ 3639455 h 3784177"/>
              <a:gd name="connsiteX106" fmla="*/ 1962 w 8037833"/>
              <a:gd name="connsiteY106" fmla="*/ 3635948 h 3784177"/>
              <a:gd name="connsiteX107" fmla="*/ 0 w 8037833"/>
              <a:gd name="connsiteY107" fmla="*/ 3635261 h 3784177"/>
              <a:gd name="connsiteX108" fmla="*/ 0 w 8037833"/>
              <a:gd name="connsiteY10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201632 w 8037833"/>
              <a:gd name="connsiteY45" fmla="*/ 3702602 h 3784177"/>
              <a:gd name="connsiteX46" fmla="*/ 4191289 w 8037833"/>
              <a:gd name="connsiteY46" fmla="*/ 3702380 h 3784177"/>
              <a:gd name="connsiteX47" fmla="*/ 4191039 w 8037833"/>
              <a:gd name="connsiteY47" fmla="*/ 3702831 h 3784177"/>
              <a:gd name="connsiteX48" fmla="*/ 4181340 w 8037833"/>
              <a:gd name="connsiteY48" fmla="*/ 3701729 h 3784177"/>
              <a:gd name="connsiteX49" fmla="*/ 4133816 w 8037833"/>
              <a:gd name="connsiteY49" fmla="*/ 3690565 h 3784177"/>
              <a:gd name="connsiteX50" fmla="*/ 4071732 w 8037833"/>
              <a:gd name="connsiteY50" fmla="*/ 3732513 h 3784177"/>
              <a:gd name="connsiteX51" fmla="*/ 4045924 w 8037833"/>
              <a:gd name="connsiteY51" fmla="*/ 3739404 h 3784177"/>
              <a:gd name="connsiteX52" fmla="*/ 4032171 w 8037833"/>
              <a:gd name="connsiteY52" fmla="*/ 3745523 h 3784177"/>
              <a:gd name="connsiteX53" fmla="*/ 4031335 w 8037833"/>
              <a:gd name="connsiteY53" fmla="*/ 3747479 h 3784177"/>
              <a:gd name="connsiteX54" fmla="*/ 3985774 w 8037833"/>
              <a:gd name="connsiteY54" fmla="*/ 3736547 h 3784177"/>
              <a:gd name="connsiteX55" fmla="*/ 3979769 w 8037833"/>
              <a:gd name="connsiteY55" fmla="*/ 3738769 h 3784177"/>
              <a:gd name="connsiteX56" fmla="*/ 3950014 w 8037833"/>
              <a:gd name="connsiteY56" fmla="*/ 3726942 h 3784177"/>
              <a:gd name="connsiteX57" fmla="*/ 3934671 w 8037833"/>
              <a:gd name="connsiteY57" fmla="*/ 3723339 h 3784177"/>
              <a:gd name="connsiteX58" fmla="*/ 3930274 w 8037833"/>
              <a:gd name="connsiteY58" fmla="*/ 3717148 h 3784177"/>
              <a:gd name="connsiteX59" fmla="*/ 3907660 w 8037833"/>
              <a:gd name="connsiteY59" fmla="*/ 3714456 h 3784177"/>
              <a:gd name="connsiteX60" fmla="*/ 3905087 w 8037833"/>
              <a:gd name="connsiteY60" fmla="*/ 3716098 h 3784177"/>
              <a:gd name="connsiteX61" fmla="*/ 3886347 w 8037833"/>
              <a:gd name="connsiteY61" fmla="*/ 3706620 h 3784177"/>
              <a:gd name="connsiteX62" fmla="*/ 3870533 w 8037833"/>
              <a:gd name="connsiteY62" fmla="*/ 3689905 h 3784177"/>
              <a:gd name="connsiteX63" fmla="*/ 3678563 w 8037833"/>
              <a:gd name="connsiteY63" fmla="*/ 3694486 h 3784177"/>
              <a:gd name="connsiteX64" fmla="*/ 3524121 w 8037833"/>
              <a:gd name="connsiteY64" fmla="*/ 3642736 h 3784177"/>
              <a:gd name="connsiteX65" fmla="*/ 3373519 w 8037833"/>
              <a:gd name="connsiteY65" fmla="*/ 3665785 h 3784177"/>
              <a:gd name="connsiteX66" fmla="*/ 3114267 w 8037833"/>
              <a:gd name="connsiteY66" fmla="*/ 3638983 h 3784177"/>
              <a:gd name="connsiteX67" fmla="*/ 2989722 w 8037833"/>
              <a:gd name="connsiteY67" fmla="*/ 3623230 h 3784177"/>
              <a:gd name="connsiteX68" fmla="*/ 2965734 w 8037833"/>
              <a:gd name="connsiteY68" fmla="*/ 3635676 h 3784177"/>
              <a:gd name="connsiteX69" fmla="*/ 2961603 w 8037833"/>
              <a:gd name="connsiteY69" fmla="*/ 3638221 h 3784177"/>
              <a:gd name="connsiteX70" fmla="*/ 2944959 w 8037833"/>
              <a:gd name="connsiteY70" fmla="*/ 3639723 h 3784177"/>
              <a:gd name="connsiteX71" fmla="*/ 2940402 w 8037833"/>
              <a:gd name="connsiteY71" fmla="*/ 3651000 h 3784177"/>
              <a:gd name="connsiteX72" fmla="*/ 2915449 w 8037833"/>
              <a:gd name="connsiteY72" fmla="*/ 3661039 h 3784177"/>
              <a:gd name="connsiteX73" fmla="*/ 2884777 w 8037833"/>
              <a:gd name="connsiteY73" fmla="*/ 3660775 h 3784177"/>
              <a:gd name="connsiteX74" fmla="*/ 2739034 w 8037833"/>
              <a:gd name="connsiteY74" fmla="*/ 3647396 h 3784177"/>
              <a:gd name="connsiteX75" fmla="*/ 2651827 w 8037833"/>
              <a:gd name="connsiteY75" fmla="*/ 3646306 h 3784177"/>
              <a:gd name="connsiteX76" fmla="*/ 2618680 w 8037833"/>
              <a:gd name="connsiteY76" fmla="*/ 3656755 h 3784177"/>
              <a:gd name="connsiteX77" fmla="*/ 2572404 w 8037833"/>
              <a:gd name="connsiteY77" fmla="*/ 3664043 h 3784177"/>
              <a:gd name="connsiteX78" fmla="*/ 2423704 w 8037833"/>
              <a:gd name="connsiteY78" fmla="*/ 3658079 h 3784177"/>
              <a:gd name="connsiteX79" fmla="*/ 2301172 w 8037833"/>
              <a:gd name="connsiteY79" fmla="*/ 3663053 h 3784177"/>
              <a:gd name="connsiteX80" fmla="*/ 2238966 w 8037833"/>
              <a:gd name="connsiteY80" fmla="*/ 3668777 h 3784177"/>
              <a:gd name="connsiteX81" fmla="*/ 2082844 w 8037833"/>
              <a:gd name="connsiteY81" fmla="*/ 3631994 h 3784177"/>
              <a:gd name="connsiteX82" fmla="*/ 1938480 w 8037833"/>
              <a:gd name="connsiteY82" fmla="*/ 3601439 h 3784177"/>
              <a:gd name="connsiteX83" fmla="*/ 1900166 w 8037833"/>
              <a:gd name="connsiteY83" fmla="*/ 3609358 h 3784177"/>
              <a:gd name="connsiteX84" fmla="*/ 1787830 w 8037833"/>
              <a:gd name="connsiteY84" fmla="*/ 3633173 h 3784177"/>
              <a:gd name="connsiteX85" fmla="*/ 1734224 w 8037833"/>
              <a:gd name="connsiteY85" fmla="*/ 3655593 h 3784177"/>
              <a:gd name="connsiteX86" fmla="*/ 1664576 w 8037833"/>
              <a:gd name="connsiteY86" fmla="*/ 3638572 h 3784177"/>
              <a:gd name="connsiteX87" fmla="*/ 1577459 w 8037833"/>
              <a:gd name="connsiteY87" fmla="*/ 3658824 h 3784177"/>
              <a:gd name="connsiteX88" fmla="*/ 1527269 w 8037833"/>
              <a:gd name="connsiteY88" fmla="*/ 3663088 h 3784177"/>
              <a:gd name="connsiteX89" fmla="*/ 1390118 w 8037833"/>
              <a:gd name="connsiteY89" fmla="*/ 3682789 h 3784177"/>
              <a:gd name="connsiteX90" fmla="*/ 1252698 w 8037833"/>
              <a:gd name="connsiteY90" fmla="*/ 3708662 h 3784177"/>
              <a:gd name="connsiteX91" fmla="*/ 1171039 w 8037833"/>
              <a:gd name="connsiteY91" fmla="*/ 3758642 h 3784177"/>
              <a:gd name="connsiteX92" fmla="*/ 1058106 w 8037833"/>
              <a:gd name="connsiteY92" fmla="*/ 3776166 h 3784177"/>
              <a:gd name="connsiteX93" fmla="*/ 1039167 w 8037833"/>
              <a:gd name="connsiteY93" fmla="*/ 3784177 h 3784177"/>
              <a:gd name="connsiteX94" fmla="*/ 989223 w 8037833"/>
              <a:gd name="connsiteY94" fmla="*/ 3770303 h 3784177"/>
              <a:gd name="connsiteX95" fmla="*/ 907906 w 8037833"/>
              <a:gd name="connsiteY95" fmla="*/ 3757678 h 3784177"/>
              <a:gd name="connsiteX96" fmla="*/ 825226 w 8037833"/>
              <a:gd name="connsiteY96" fmla="*/ 3726369 h 3784177"/>
              <a:gd name="connsiteX97" fmla="*/ 722264 w 8037833"/>
              <a:gd name="connsiteY97" fmla="*/ 3747612 h 3784177"/>
              <a:gd name="connsiteX98" fmla="*/ 659460 w 8037833"/>
              <a:gd name="connsiteY98" fmla="*/ 3740429 h 3784177"/>
              <a:gd name="connsiteX99" fmla="*/ 556552 w 8037833"/>
              <a:gd name="connsiteY99" fmla="*/ 3739124 h 3784177"/>
              <a:gd name="connsiteX100" fmla="*/ 385384 w 8037833"/>
              <a:gd name="connsiteY100" fmla="*/ 3726388 h 3784177"/>
              <a:gd name="connsiteX101" fmla="*/ 339711 w 8037833"/>
              <a:gd name="connsiteY101" fmla="*/ 3718242 h 3784177"/>
              <a:gd name="connsiteX102" fmla="*/ 222239 w 8037833"/>
              <a:gd name="connsiteY102" fmla="*/ 3672335 h 3784177"/>
              <a:gd name="connsiteX103" fmla="*/ 163578 w 8037833"/>
              <a:gd name="connsiteY103" fmla="*/ 3656292 h 3784177"/>
              <a:gd name="connsiteX104" fmla="*/ 72220 w 8037833"/>
              <a:gd name="connsiteY104" fmla="*/ 3645272 h 3784177"/>
              <a:gd name="connsiteX105" fmla="*/ 44395 w 8037833"/>
              <a:gd name="connsiteY105" fmla="*/ 3639455 h 3784177"/>
              <a:gd name="connsiteX106" fmla="*/ 1962 w 8037833"/>
              <a:gd name="connsiteY106" fmla="*/ 3635948 h 3784177"/>
              <a:gd name="connsiteX107" fmla="*/ 0 w 8037833"/>
              <a:gd name="connsiteY107" fmla="*/ 3635261 h 3784177"/>
              <a:gd name="connsiteX108" fmla="*/ 0 w 8037833"/>
              <a:gd name="connsiteY10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201632 w 8037833"/>
              <a:gd name="connsiteY45" fmla="*/ 3702602 h 3784177"/>
              <a:gd name="connsiteX46" fmla="*/ 4191289 w 8037833"/>
              <a:gd name="connsiteY46" fmla="*/ 3702380 h 3784177"/>
              <a:gd name="connsiteX47" fmla="*/ 4191039 w 8037833"/>
              <a:gd name="connsiteY47" fmla="*/ 3702831 h 3784177"/>
              <a:gd name="connsiteX48" fmla="*/ 4181340 w 8037833"/>
              <a:gd name="connsiteY48" fmla="*/ 3701729 h 3784177"/>
              <a:gd name="connsiteX49" fmla="*/ 4133816 w 8037833"/>
              <a:gd name="connsiteY49" fmla="*/ 3690565 h 3784177"/>
              <a:gd name="connsiteX50" fmla="*/ 4071732 w 8037833"/>
              <a:gd name="connsiteY50" fmla="*/ 3732513 h 3784177"/>
              <a:gd name="connsiteX51" fmla="*/ 4045924 w 8037833"/>
              <a:gd name="connsiteY51" fmla="*/ 3739404 h 3784177"/>
              <a:gd name="connsiteX52" fmla="*/ 4032171 w 8037833"/>
              <a:gd name="connsiteY52" fmla="*/ 3745523 h 3784177"/>
              <a:gd name="connsiteX53" fmla="*/ 4031335 w 8037833"/>
              <a:gd name="connsiteY53" fmla="*/ 3747479 h 3784177"/>
              <a:gd name="connsiteX54" fmla="*/ 3985774 w 8037833"/>
              <a:gd name="connsiteY54" fmla="*/ 3736547 h 3784177"/>
              <a:gd name="connsiteX55" fmla="*/ 3979769 w 8037833"/>
              <a:gd name="connsiteY55" fmla="*/ 3738769 h 3784177"/>
              <a:gd name="connsiteX56" fmla="*/ 3950014 w 8037833"/>
              <a:gd name="connsiteY56" fmla="*/ 3726942 h 3784177"/>
              <a:gd name="connsiteX57" fmla="*/ 3934671 w 8037833"/>
              <a:gd name="connsiteY57" fmla="*/ 3723339 h 3784177"/>
              <a:gd name="connsiteX58" fmla="*/ 3930274 w 8037833"/>
              <a:gd name="connsiteY58" fmla="*/ 3717148 h 3784177"/>
              <a:gd name="connsiteX59" fmla="*/ 3907660 w 8037833"/>
              <a:gd name="connsiteY59" fmla="*/ 3714456 h 3784177"/>
              <a:gd name="connsiteX60" fmla="*/ 3905087 w 8037833"/>
              <a:gd name="connsiteY60" fmla="*/ 3716098 h 3784177"/>
              <a:gd name="connsiteX61" fmla="*/ 3886347 w 8037833"/>
              <a:gd name="connsiteY61" fmla="*/ 3706620 h 3784177"/>
              <a:gd name="connsiteX62" fmla="*/ 3870533 w 8037833"/>
              <a:gd name="connsiteY62" fmla="*/ 3689905 h 3784177"/>
              <a:gd name="connsiteX63" fmla="*/ 3678563 w 8037833"/>
              <a:gd name="connsiteY63" fmla="*/ 3694486 h 3784177"/>
              <a:gd name="connsiteX64" fmla="*/ 3524121 w 8037833"/>
              <a:gd name="connsiteY64" fmla="*/ 3642736 h 3784177"/>
              <a:gd name="connsiteX65" fmla="*/ 3373519 w 8037833"/>
              <a:gd name="connsiteY65" fmla="*/ 3665785 h 3784177"/>
              <a:gd name="connsiteX66" fmla="*/ 3114267 w 8037833"/>
              <a:gd name="connsiteY66" fmla="*/ 3638983 h 3784177"/>
              <a:gd name="connsiteX67" fmla="*/ 2989722 w 8037833"/>
              <a:gd name="connsiteY67" fmla="*/ 3623230 h 3784177"/>
              <a:gd name="connsiteX68" fmla="*/ 2965734 w 8037833"/>
              <a:gd name="connsiteY68" fmla="*/ 3635676 h 3784177"/>
              <a:gd name="connsiteX69" fmla="*/ 2961603 w 8037833"/>
              <a:gd name="connsiteY69" fmla="*/ 3638221 h 3784177"/>
              <a:gd name="connsiteX70" fmla="*/ 2944959 w 8037833"/>
              <a:gd name="connsiteY70" fmla="*/ 3639723 h 3784177"/>
              <a:gd name="connsiteX71" fmla="*/ 2940402 w 8037833"/>
              <a:gd name="connsiteY71" fmla="*/ 3651000 h 3784177"/>
              <a:gd name="connsiteX72" fmla="*/ 2915449 w 8037833"/>
              <a:gd name="connsiteY72" fmla="*/ 3661039 h 3784177"/>
              <a:gd name="connsiteX73" fmla="*/ 2884777 w 8037833"/>
              <a:gd name="connsiteY73" fmla="*/ 3660775 h 3784177"/>
              <a:gd name="connsiteX74" fmla="*/ 2739034 w 8037833"/>
              <a:gd name="connsiteY74" fmla="*/ 3647396 h 3784177"/>
              <a:gd name="connsiteX75" fmla="*/ 2651827 w 8037833"/>
              <a:gd name="connsiteY75" fmla="*/ 3646306 h 3784177"/>
              <a:gd name="connsiteX76" fmla="*/ 2618680 w 8037833"/>
              <a:gd name="connsiteY76" fmla="*/ 3656755 h 3784177"/>
              <a:gd name="connsiteX77" fmla="*/ 2572404 w 8037833"/>
              <a:gd name="connsiteY77" fmla="*/ 3664043 h 3784177"/>
              <a:gd name="connsiteX78" fmla="*/ 2423704 w 8037833"/>
              <a:gd name="connsiteY78" fmla="*/ 3658079 h 3784177"/>
              <a:gd name="connsiteX79" fmla="*/ 2301172 w 8037833"/>
              <a:gd name="connsiteY79" fmla="*/ 3663053 h 3784177"/>
              <a:gd name="connsiteX80" fmla="*/ 2238966 w 8037833"/>
              <a:gd name="connsiteY80" fmla="*/ 3668777 h 3784177"/>
              <a:gd name="connsiteX81" fmla="*/ 2082844 w 8037833"/>
              <a:gd name="connsiteY81" fmla="*/ 3631994 h 3784177"/>
              <a:gd name="connsiteX82" fmla="*/ 1938480 w 8037833"/>
              <a:gd name="connsiteY82" fmla="*/ 3601439 h 3784177"/>
              <a:gd name="connsiteX83" fmla="*/ 1900166 w 8037833"/>
              <a:gd name="connsiteY83" fmla="*/ 3609358 h 3784177"/>
              <a:gd name="connsiteX84" fmla="*/ 1787830 w 8037833"/>
              <a:gd name="connsiteY84" fmla="*/ 3633173 h 3784177"/>
              <a:gd name="connsiteX85" fmla="*/ 1734224 w 8037833"/>
              <a:gd name="connsiteY85" fmla="*/ 3655593 h 3784177"/>
              <a:gd name="connsiteX86" fmla="*/ 1664576 w 8037833"/>
              <a:gd name="connsiteY86" fmla="*/ 3638572 h 3784177"/>
              <a:gd name="connsiteX87" fmla="*/ 1577459 w 8037833"/>
              <a:gd name="connsiteY87" fmla="*/ 3658824 h 3784177"/>
              <a:gd name="connsiteX88" fmla="*/ 1527269 w 8037833"/>
              <a:gd name="connsiteY88" fmla="*/ 3663088 h 3784177"/>
              <a:gd name="connsiteX89" fmla="*/ 1390118 w 8037833"/>
              <a:gd name="connsiteY89" fmla="*/ 3682789 h 3784177"/>
              <a:gd name="connsiteX90" fmla="*/ 1252698 w 8037833"/>
              <a:gd name="connsiteY90" fmla="*/ 3708662 h 3784177"/>
              <a:gd name="connsiteX91" fmla="*/ 1171039 w 8037833"/>
              <a:gd name="connsiteY91" fmla="*/ 3758642 h 3784177"/>
              <a:gd name="connsiteX92" fmla="*/ 1058106 w 8037833"/>
              <a:gd name="connsiteY92" fmla="*/ 3776166 h 3784177"/>
              <a:gd name="connsiteX93" fmla="*/ 1039167 w 8037833"/>
              <a:gd name="connsiteY93" fmla="*/ 3784177 h 3784177"/>
              <a:gd name="connsiteX94" fmla="*/ 989223 w 8037833"/>
              <a:gd name="connsiteY94" fmla="*/ 3770303 h 3784177"/>
              <a:gd name="connsiteX95" fmla="*/ 907906 w 8037833"/>
              <a:gd name="connsiteY95" fmla="*/ 3757678 h 3784177"/>
              <a:gd name="connsiteX96" fmla="*/ 825226 w 8037833"/>
              <a:gd name="connsiteY96" fmla="*/ 3726369 h 3784177"/>
              <a:gd name="connsiteX97" fmla="*/ 722264 w 8037833"/>
              <a:gd name="connsiteY97" fmla="*/ 3747612 h 3784177"/>
              <a:gd name="connsiteX98" fmla="*/ 659460 w 8037833"/>
              <a:gd name="connsiteY98" fmla="*/ 3740429 h 3784177"/>
              <a:gd name="connsiteX99" fmla="*/ 556552 w 8037833"/>
              <a:gd name="connsiteY99" fmla="*/ 3739124 h 3784177"/>
              <a:gd name="connsiteX100" fmla="*/ 385384 w 8037833"/>
              <a:gd name="connsiteY100" fmla="*/ 3726388 h 3784177"/>
              <a:gd name="connsiteX101" fmla="*/ 339711 w 8037833"/>
              <a:gd name="connsiteY101" fmla="*/ 3718242 h 3784177"/>
              <a:gd name="connsiteX102" fmla="*/ 222239 w 8037833"/>
              <a:gd name="connsiteY102" fmla="*/ 3672335 h 3784177"/>
              <a:gd name="connsiteX103" fmla="*/ 163578 w 8037833"/>
              <a:gd name="connsiteY103" fmla="*/ 3656292 h 3784177"/>
              <a:gd name="connsiteX104" fmla="*/ 72220 w 8037833"/>
              <a:gd name="connsiteY104" fmla="*/ 3645272 h 3784177"/>
              <a:gd name="connsiteX105" fmla="*/ 44395 w 8037833"/>
              <a:gd name="connsiteY105" fmla="*/ 3639455 h 3784177"/>
              <a:gd name="connsiteX106" fmla="*/ 1962 w 8037833"/>
              <a:gd name="connsiteY106" fmla="*/ 3635948 h 3784177"/>
              <a:gd name="connsiteX107" fmla="*/ 0 w 8037833"/>
              <a:gd name="connsiteY107" fmla="*/ 3635261 h 3784177"/>
              <a:gd name="connsiteX108" fmla="*/ 0 w 8037833"/>
              <a:gd name="connsiteY108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201632 w 8037833"/>
              <a:gd name="connsiteY45" fmla="*/ 3702602 h 3784177"/>
              <a:gd name="connsiteX46" fmla="*/ 4191289 w 8037833"/>
              <a:gd name="connsiteY46" fmla="*/ 3702380 h 3784177"/>
              <a:gd name="connsiteX47" fmla="*/ 4191039 w 8037833"/>
              <a:gd name="connsiteY47" fmla="*/ 3702831 h 3784177"/>
              <a:gd name="connsiteX48" fmla="*/ 4181340 w 8037833"/>
              <a:gd name="connsiteY48" fmla="*/ 3701729 h 3784177"/>
              <a:gd name="connsiteX49" fmla="*/ 4133816 w 8037833"/>
              <a:gd name="connsiteY49" fmla="*/ 3690565 h 3784177"/>
              <a:gd name="connsiteX50" fmla="*/ 4071732 w 8037833"/>
              <a:gd name="connsiteY50" fmla="*/ 3732513 h 3784177"/>
              <a:gd name="connsiteX51" fmla="*/ 4045924 w 8037833"/>
              <a:gd name="connsiteY51" fmla="*/ 3739404 h 3784177"/>
              <a:gd name="connsiteX52" fmla="*/ 4032171 w 8037833"/>
              <a:gd name="connsiteY52" fmla="*/ 3745523 h 3784177"/>
              <a:gd name="connsiteX53" fmla="*/ 4031335 w 8037833"/>
              <a:gd name="connsiteY53" fmla="*/ 3747479 h 3784177"/>
              <a:gd name="connsiteX54" fmla="*/ 3985774 w 8037833"/>
              <a:gd name="connsiteY54" fmla="*/ 3736547 h 3784177"/>
              <a:gd name="connsiteX55" fmla="*/ 3979769 w 8037833"/>
              <a:gd name="connsiteY55" fmla="*/ 3738769 h 3784177"/>
              <a:gd name="connsiteX56" fmla="*/ 3950014 w 8037833"/>
              <a:gd name="connsiteY56" fmla="*/ 3726942 h 3784177"/>
              <a:gd name="connsiteX57" fmla="*/ 3934671 w 8037833"/>
              <a:gd name="connsiteY57" fmla="*/ 3723339 h 3784177"/>
              <a:gd name="connsiteX58" fmla="*/ 3930274 w 8037833"/>
              <a:gd name="connsiteY58" fmla="*/ 3717148 h 3784177"/>
              <a:gd name="connsiteX59" fmla="*/ 3907660 w 8037833"/>
              <a:gd name="connsiteY59" fmla="*/ 3714456 h 3784177"/>
              <a:gd name="connsiteX60" fmla="*/ 3905087 w 8037833"/>
              <a:gd name="connsiteY60" fmla="*/ 3716098 h 3784177"/>
              <a:gd name="connsiteX61" fmla="*/ 3886347 w 8037833"/>
              <a:gd name="connsiteY61" fmla="*/ 3706620 h 3784177"/>
              <a:gd name="connsiteX62" fmla="*/ 3870533 w 8037833"/>
              <a:gd name="connsiteY62" fmla="*/ 3689905 h 3784177"/>
              <a:gd name="connsiteX63" fmla="*/ 3678563 w 8037833"/>
              <a:gd name="connsiteY63" fmla="*/ 3694486 h 3784177"/>
              <a:gd name="connsiteX64" fmla="*/ 3524121 w 8037833"/>
              <a:gd name="connsiteY64" fmla="*/ 3642736 h 3784177"/>
              <a:gd name="connsiteX65" fmla="*/ 3373519 w 8037833"/>
              <a:gd name="connsiteY65" fmla="*/ 3665785 h 3784177"/>
              <a:gd name="connsiteX66" fmla="*/ 3114267 w 8037833"/>
              <a:gd name="connsiteY66" fmla="*/ 3638983 h 3784177"/>
              <a:gd name="connsiteX67" fmla="*/ 2989722 w 8037833"/>
              <a:gd name="connsiteY67" fmla="*/ 3623230 h 3784177"/>
              <a:gd name="connsiteX68" fmla="*/ 2965734 w 8037833"/>
              <a:gd name="connsiteY68" fmla="*/ 3635676 h 3784177"/>
              <a:gd name="connsiteX69" fmla="*/ 2961603 w 8037833"/>
              <a:gd name="connsiteY69" fmla="*/ 3638221 h 3784177"/>
              <a:gd name="connsiteX70" fmla="*/ 2944959 w 8037833"/>
              <a:gd name="connsiteY70" fmla="*/ 3639723 h 3784177"/>
              <a:gd name="connsiteX71" fmla="*/ 2940402 w 8037833"/>
              <a:gd name="connsiteY71" fmla="*/ 3651000 h 3784177"/>
              <a:gd name="connsiteX72" fmla="*/ 2884777 w 8037833"/>
              <a:gd name="connsiteY72" fmla="*/ 3660775 h 3784177"/>
              <a:gd name="connsiteX73" fmla="*/ 2739034 w 8037833"/>
              <a:gd name="connsiteY73" fmla="*/ 3647396 h 3784177"/>
              <a:gd name="connsiteX74" fmla="*/ 2651827 w 8037833"/>
              <a:gd name="connsiteY74" fmla="*/ 3646306 h 3784177"/>
              <a:gd name="connsiteX75" fmla="*/ 2618680 w 8037833"/>
              <a:gd name="connsiteY75" fmla="*/ 3656755 h 3784177"/>
              <a:gd name="connsiteX76" fmla="*/ 2572404 w 8037833"/>
              <a:gd name="connsiteY76" fmla="*/ 3664043 h 3784177"/>
              <a:gd name="connsiteX77" fmla="*/ 2423704 w 8037833"/>
              <a:gd name="connsiteY77" fmla="*/ 3658079 h 3784177"/>
              <a:gd name="connsiteX78" fmla="*/ 2301172 w 8037833"/>
              <a:gd name="connsiteY78" fmla="*/ 3663053 h 3784177"/>
              <a:gd name="connsiteX79" fmla="*/ 2238966 w 8037833"/>
              <a:gd name="connsiteY79" fmla="*/ 3668777 h 3784177"/>
              <a:gd name="connsiteX80" fmla="*/ 2082844 w 8037833"/>
              <a:gd name="connsiteY80" fmla="*/ 3631994 h 3784177"/>
              <a:gd name="connsiteX81" fmla="*/ 1938480 w 8037833"/>
              <a:gd name="connsiteY81" fmla="*/ 3601439 h 3784177"/>
              <a:gd name="connsiteX82" fmla="*/ 1900166 w 8037833"/>
              <a:gd name="connsiteY82" fmla="*/ 3609358 h 3784177"/>
              <a:gd name="connsiteX83" fmla="*/ 1787830 w 8037833"/>
              <a:gd name="connsiteY83" fmla="*/ 3633173 h 3784177"/>
              <a:gd name="connsiteX84" fmla="*/ 1734224 w 8037833"/>
              <a:gd name="connsiteY84" fmla="*/ 3655593 h 3784177"/>
              <a:gd name="connsiteX85" fmla="*/ 1664576 w 8037833"/>
              <a:gd name="connsiteY85" fmla="*/ 3638572 h 3784177"/>
              <a:gd name="connsiteX86" fmla="*/ 1577459 w 8037833"/>
              <a:gd name="connsiteY86" fmla="*/ 3658824 h 3784177"/>
              <a:gd name="connsiteX87" fmla="*/ 1527269 w 8037833"/>
              <a:gd name="connsiteY87" fmla="*/ 3663088 h 3784177"/>
              <a:gd name="connsiteX88" fmla="*/ 1390118 w 8037833"/>
              <a:gd name="connsiteY88" fmla="*/ 3682789 h 3784177"/>
              <a:gd name="connsiteX89" fmla="*/ 1252698 w 8037833"/>
              <a:gd name="connsiteY89" fmla="*/ 3708662 h 3784177"/>
              <a:gd name="connsiteX90" fmla="*/ 1171039 w 8037833"/>
              <a:gd name="connsiteY90" fmla="*/ 3758642 h 3784177"/>
              <a:gd name="connsiteX91" fmla="*/ 1058106 w 8037833"/>
              <a:gd name="connsiteY91" fmla="*/ 3776166 h 3784177"/>
              <a:gd name="connsiteX92" fmla="*/ 1039167 w 8037833"/>
              <a:gd name="connsiteY92" fmla="*/ 3784177 h 3784177"/>
              <a:gd name="connsiteX93" fmla="*/ 989223 w 8037833"/>
              <a:gd name="connsiteY93" fmla="*/ 3770303 h 3784177"/>
              <a:gd name="connsiteX94" fmla="*/ 907906 w 8037833"/>
              <a:gd name="connsiteY94" fmla="*/ 3757678 h 3784177"/>
              <a:gd name="connsiteX95" fmla="*/ 825226 w 8037833"/>
              <a:gd name="connsiteY95" fmla="*/ 3726369 h 3784177"/>
              <a:gd name="connsiteX96" fmla="*/ 722264 w 8037833"/>
              <a:gd name="connsiteY96" fmla="*/ 3747612 h 3784177"/>
              <a:gd name="connsiteX97" fmla="*/ 659460 w 8037833"/>
              <a:gd name="connsiteY97" fmla="*/ 3740429 h 3784177"/>
              <a:gd name="connsiteX98" fmla="*/ 556552 w 8037833"/>
              <a:gd name="connsiteY98" fmla="*/ 3739124 h 3784177"/>
              <a:gd name="connsiteX99" fmla="*/ 385384 w 8037833"/>
              <a:gd name="connsiteY99" fmla="*/ 3726388 h 3784177"/>
              <a:gd name="connsiteX100" fmla="*/ 339711 w 8037833"/>
              <a:gd name="connsiteY100" fmla="*/ 3718242 h 3784177"/>
              <a:gd name="connsiteX101" fmla="*/ 222239 w 8037833"/>
              <a:gd name="connsiteY101" fmla="*/ 3672335 h 3784177"/>
              <a:gd name="connsiteX102" fmla="*/ 163578 w 8037833"/>
              <a:gd name="connsiteY102" fmla="*/ 3656292 h 3784177"/>
              <a:gd name="connsiteX103" fmla="*/ 72220 w 8037833"/>
              <a:gd name="connsiteY103" fmla="*/ 3645272 h 3784177"/>
              <a:gd name="connsiteX104" fmla="*/ 44395 w 8037833"/>
              <a:gd name="connsiteY104" fmla="*/ 3639455 h 3784177"/>
              <a:gd name="connsiteX105" fmla="*/ 1962 w 8037833"/>
              <a:gd name="connsiteY105" fmla="*/ 3635948 h 3784177"/>
              <a:gd name="connsiteX106" fmla="*/ 0 w 8037833"/>
              <a:gd name="connsiteY106" fmla="*/ 3635261 h 3784177"/>
              <a:gd name="connsiteX107" fmla="*/ 0 w 8037833"/>
              <a:gd name="connsiteY107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201632 w 8037833"/>
              <a:gd name="connsiteY45" fmla="*/ 3702602 h 3784177"/>
              <a:gd name="connsiteX46" fmla="*/ 4191289 w 8037833"/>
              <a:gd name="connsiteY46" fmla="*/ 3702380 h 3784177"/>
              <a:gd name="connsiteX47" fmla="*/ 4191039 w 8037833"/>
              <a:gd name="connsiteY47" fmla="*/ 3702831 h 3784177"/>
              <a:gd name="connsiteX48" fmla="*/ 4181340 w 8037833"/>
              <a:gd name="connsiteY48" fmla="*/ 3701729 h 3784177"/>
              <a:gd name="connsiteX49" fmla="*/ 4133816 w 8037833"/>
              <a:gd name="connsiteY49" fmla="*/ 3690565 h 3784177"/>
              <a:gd name="connsiteX50" fmla="*/ 4071732 w 8037833"/>
              <a:gd name="connsiteY50" fmla="*/ 3732513 h 3784177"/>
              <a:gd name="connsiteX51" fmla="*/ 4045924 w 8037833"/>
              <a:gd name="connsiteY51" fmla="*/ 3739404 h 3784177"/>
              <a:gd name="connsiteX52" fmla="*/ 4032171 w 8037833"/>
              <a:gd name="connsiteY52" fmla="*/ 3745523 h 3784177"/>
              <a:gd name="connsiteX53" fmla="*/ 4011556 w 8037833"/>
              <a:gd name="connsiteY53" fmla="*/ 3729673 h 3784177"/>
              <a:gd name="connsiteX54" fmla="*/ 3985774 w 8037833"/>
              <a:gd name="connsiteY54" fmla="*/ 3736547 h 3784177"/>
              <a:gd name="connsiteX55" fmla="*/ 3979769 w 8037833"/>
              <a:gd name="connsiteY55" fmla="*/ 3738769 h 3784177"/>
              <a:gd name="connsiteX56" fmla="*/ 3950014 w 8037833"/>
              <a:gd name="connsiteY56" fmla="*/ 3726942 h 3784177"/>
              <a:gd name="connsiteX57" fmla="*/ 3934671 w 8037833"/>
              <a:gd name="connsiteY57" fmla="*/ 3723339 h 3784177"/>
              <a:gd name="connsiteX58" fmla="*/ 3930274 w 8037833"/>
              <a:gd name="connsiteY58" fmla="*/ 3717148 h 3784177"/>
              <a:gd name="connsiteX59" fmla="*/ 3907660 w 8037833"/>
              <a:gd name="connsiteY59" fmla="*/ 3714456 h 3784177"/>
              <a:gd name="connsiteX60" fmla="*/ 3905087 w 8037833"/>
              <a:gd name="connsiteY60" fmla="*/ 3716098 h 3784177"/>
              <a:gd name="connsiteX61" fmla="*/ 3886347 w 8037833"/>
              <a:gd name="connsiteY61" fmla="*/ 3706620 h 3784177"/>
              <a:gd name="connsiteX62" fmla="*/ 3870533 w 8037833"/>
              <a:gd name="connsiteY62" fmla="*/ 3689905 h 3784177"/>
              <a:gd name="connsiteX63" fmla="*/ 3678563 w 8037833"/>
              <a:gd name="connsiteY63" fmla="*/ 3694486 h 3784177"/>
              <a:gd name="connsiteX64" fmla="*/ 3524121 w 8037833"/>
              <a:gd name="connsiteY64" fmla="*/ 3642736 h 3784177"/>
              <a:gd name="connsiteX65" fmla="*/ 3373519 w 8037833"/>
              <a:gd name="connsiteY65" fmla="*/ 3665785 h 3784177"/>
              <a:gd name="connsiteX66" fmla="*/ 3114267 w 8037833"/>
              <a:gd name="connsiteY66" fmla="*/ 3638983 h 3784177"/>
              <a:gd name="connsiteX67" fmla="*/ 2989722 w 8037833"/>
              <a:gd name="connsiteY67" fmla="*/ 3623230 h 3784177"/>
              <a:gd name="connsiteX68" fmla="*/ 2965734 w 8037833"/>
              <a:gd name="connsiteY68" fmla="*/ 3635676 h 3784177"/>
              <a:gd name="connsiteX69" fmla="*/ 2961603 w 8037833"/>
              <a:gd name="connsiteY69" fmla="*/ 3638221 h 3784177"/>
              <a:gd name="connsiteX70" fmla="*/ 2944959 w 8037833"/>
              <a:gd name="connsiteY70" fmla="*/ 3639723 h 3784177"/>
              <a:gd name="connsiteX71" fmla="*/ 2940402 w 8037833"/>
              <a:gd name="connsiteY71" fmla="*/ 3651000 h 3784177"/>
              <a:gd name="connsiteX72" fmla="*/ 2884777 w 8037833"/>
              <a:gd name="connsiteY72" fmla="*/ 3660775 h 3784177"/>
              <a:gd name="connsiteX73" fmla="*/ 2739034 w 8037833"/>
              <a:gd name="connsiteY73" fmla="*/ 3647396 h 3784177"/>
              <a:gd name="connsiteX74" fmla="*/ 2651827 w 8037833"/>
              <a:gd name="connsiteY74" fmla="*/ 3646306 h 3784177"/>
              <a:gd name="connsiteX75" fmla="*/ 2618680 w 8037833"/>
              <a:gd name="connsiteY75" fmla="*/ 3656755 h 3784177"/>
              <a:gd name="connsiteX76" fmla="*/ 2572404 w 8037833"/>
              <a:gd name="connsiteY76" fmla="*/ 3664043 h 3784177"/>
              <a:gd name="connsiteX77" fmla="*/ 2423704 w 8037833"/>
              <a:gd name="connsiteY77" fmla="*/ 3658079 h 3784177"/>
              <a:gd name="connsiteX78" fmla="*/ 2301172 w 8037833"/>
              <a:gd name="connsiteY78" fmla="*/ 3663053 h 3784177"/>
              <a:gd name="connsiteX79" fmla="*/ 2238966 w 8037833"/>
              <a:gd name="connsiteY79" fmla="*/ 3668777 h 3784177"/>
              <a:gd name="connsiteX80" fmla="*/ 2082844 w 8037833"/>
              <a:gd name="connsiteY80" fmla="*/ 3631994 h 3784177"/>
              <a:gd name="connsiteX81" fmla="*/ 1938480 w 8037833"/>
              <a:gd name="connsiteY81" fmla="*/ 3601439 h 3784177"/>
              <a:gd name="connsiteX82" fmla="*/ 1900166 w 8037833"/>
              <a:gd name="connsiteY82" fmla="*/ 3609358 h 3784177"/>
              <a:gd name="connsiteX83" fmla="*/ 1787830 w 8037833"/>
              <a:gd name="connsiteY83" fmla="*/ 3633173 h 3784177"/>
              <a:gd name="connsiteX84" fmla="*/ 1734224 w 8037833"/>
              <a:gd name="connsiteY84" fmla="*/ 3655593 h 3784177"/>
              <a:gd name="connsiteX85" fmla="*/ 1664576 w 8037833"/>
              <a:gd name="connsiteY85" fmla="*/ 3638572 h 3784177"/>
              <a:gd name="connsiteX86" fmla="*/ 1577459 w 8037833"/>
              <a:gd name="connsiteY86" fmla="*/ 3658824 h 3784177"/>
              <a:gd name="connsiteX87" fmla="*/ 1527269 w 8037833"/>
              <a:gd name="connsiteY87" fmla="*/ 3663088 h 3784177"/>
              <a:gd name="connsiteX88" fmla="*/ 1390118 w 8037833"/>
              <a:gd name="connsiteY88" fmla="*/ 3682789 h 3784177"/>
              <a:gd name="connsiteX89" fmla="*/ 1252698 w 8037833"/>
              <a:gd name="connsiteY89" fmla="*/ 3708662 h 3784177"/>
              <a:gd name="connsiteX90" fmla="*/ 1171039 w 8037833"/>
              <a:gd name="connsiteY90" fmla="*/ 3758642 h 3784177"/>
              <a:gd name="connsiteX91" fmla="*/ 1058106 w 8037833"/>
              <a:gd name="connsiteY91" fmla="*/ 3776166 h 3784177"/>
              <a:gd name="connsiteX92" fmla="*/ 1039167 w 8037833"/>
              <a:gd name="connsiteY92" fmla="*/ 3784177 h 3784177"/>
              <a:gd name="connsiteX93" fmla="*/ 989223 w 8037833"/>
              <a:gd name="connsiteY93" fmla="*/ 3770303 h 3784177"/>
              <a:gd name="connsiteX94" fmla="*/ 907906 w 8037833"/>
              <a:gd name="connsiteY94" fmla="*/ 3757678 h 3784177"/>
              <a:gd name="connsiteX95" fmla="*/ 825226 w 8037833"/>
              <a:gd name="connsiteY95" fmla="*/ 3726369 h 3784177"/>
              <a:gd name="connsiteX96" fmla="*/ 722264 w 8037833"/>
              <a:gd name="connsiteY96" fmla="*/ 3747612 h 3784177"/>
              <a:gd name="connsiteX97" fmla="*/ 659460 w 8037833"/>
              <a:gd name="connsiteY97" fmla="*/ 3740429 h 3784177"/>
              <a:gd name="connsiteX98" fmla="*/ 556552 w 8037833"/>
              <a:gd name="connsiteY98" fmla="*/ 3739124 h 3784177"/>
              <a:gd name="connsiteX99" fmla="*/ 385384 w 8037833"/>
              <a:gd name="connsiteY99" fmla="*/ 3726388 h 3784177"/>
              <a:gd name="connsiteX100" fmla="*/ 339711 w 8037833"/>
              <a:gd name="connsiteY100" fmla="*/ 3718242 h 3784177"/>
              <a:gd name="connsiteX101" fmla="*/ 222239 w 8037833"/>
              <a:gd name="connsiteY101" fmla="*/ 3672335 h 3784177"/>
              <a:gd name="connsiteX102" fmla="*/ 163578 w 8037833"/>
              <a:gd name="connsiteY102" fmla="*/ 3656292 h 3784177"/>
              <a:gd name="connsiteX103" fmla="*/ 72220 w 8037833"/>
              <a:gd name="connsiteY103" fmla="*/ 3645272 h 3784177"/>
              <a:gd name="connsiteX104" fmla="*/ 44395 w 8037833"/>
              <a:gd name="connsiteY104" fmla="*/ 3639455 h 3784177"/>
              <a:gd name="connsiteX105" fmla="*/ 1962 w 8037833"/>
              <a:gd name="connsiteY105" fmla="*/ 3635948 h 3784177"/>
              <a:gd name="connsiteX106" fmla="*/ 0 w 8037833"/>
              <a:gd name="connsiteY106" fmla="*/ 3635261 h 3784177"/>
              <a:gd name="connsiteX107" fmla="*/ 0 w 8037833"/>
              <a:gd name="connsiteY107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704841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38966 w 8037833"/>
              <a:gd name="connsiteY78" fmla="*/ 3668777 h 3784177"/>
              <a:gd name="connsiteX79" fmla="*/ 2082844 w 8037833"/>
              <a:gd name="connsiteY79" fmla="*/ 3631994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734224 w 8037833"/>
              <a:gd name="connsiteY83" fmla="*/ 3655593 h 3784177"/>
              <a:gd name="connsiteX84" fmla="*/ 1664576 w 8037833"/>
              <a:gd name="connsiteY84" fmla="*/ 3638572 h 3784177"/>
              <a:gd name="connsiteX85" fmla="*/ 1577459 w 8037833"/>
              <a:gd name="connsiteY85" fmla="*/ 3658824 h 3784177"/>
              <a:gd name="connsiteX86" fmla="*/ 1527269 w 8037833"/>
              <a:gd name="connsiteY86" fmla="*/ 3663088 h 3784177"/>
              <a:gd name="connsiteX87" fmla="*/ 1390118 w 8037833"/>
              <a:gd name="connsiteY87" fmla="*/ 3682789 h 3784177"/>
              <a:gd name="connsiteX88" fmla="*/ 1252698 w 8037833"/>
              <a:gd name="connsiteY88" fmla="*/ 3708662 h 3784177"/>
              <a:gd name="connsiteX89" fmla="*/ 1171039 w 8037833"/>
              <a:gd name="connsiteY89" fmla="*/ 3758642 h 3784177"/>
              <a:gd name="connsiteX90" fmla="*/ 1058106 w 8037833"/>
              <a:gd name="connsiteY90" fmla="*/ 3776166 h 3784177"/>
              <a:gd name="connsiteX91" fmla="*/ 1039167 w 8037833"/>
              <a:gd name="connsiteY91" fmla="*/ 3784177 h 3784177"/>
              <a:gd name="connsiteX92" fmla="*/ 989223 w 8037833"/>
              <a:gd name="connsiteY92" fmla="*/ 3770303 h 3784177"/>
              <a:gd name="connsiteX93" fmla="*/ 907906 w 8037833"/>
              <a:gd name="connsiteY93" fmla="*/ 3757678 h 3784177"/>
              <a:gd name="connsiteX94" fmla="*/ 825226 w 8037833"/>
              <a:gd name="connsiteY94" fmla="*/ 3726369 h 3784177"/>
              <a:gd name="connsiteX95" fmla="*/ 722264 w 8037833"/>
              <a:gd name="connsiteY95" fmla="*/ 3747612 h 3784177"/>
              <a:gd name="connsiteX96" fmla="*/ 659460 w 8037833"/>
              <a:gd name="connsiteY96" fmla="*/ 3740429 h 3784177"/>
              <a:gd name="connsiteX97" fmla="*/ 556552 w 8037833"/>
              <a:gd name="connsiteY97" fmla="*/ 3739124 h 3784177"/>
              <a:gd name="connsiteX98" fmla="*/ 385384 w 8037833"/>
              <a:gd name="connsiteY98" fmla="*/ 3726388 h 3784177"/>
              <a:gd name="connsiteX99" fmla="*/ 339711 w 8037833"/>
              <a:gd name="connsiteY99" fmla="*/ 3718242 h 3784177"/>
              <a:gd name="connsiteX100" fmla="*/ 222239 w 8037833"/>
              <a:gd name="connsiteY100" fmla="*/ 3672335 h 3784177"/>
              <a:gd name="connsiteX101" fmla="*/ 163578 w 8037833"/>
              <a:gd name="connsiteY101" fmla="*/ 3656292 h 3784177"/>
              <a:gd name="connsiteX102" fmla="*/ 72220 w 8037833"/>
              <a:gd name="connsiteY102" fmla="*/ 3645272 h 3784177"/>
              <a:gd name="connsiteX103" fmla="*/ 44395 w 8037833"/>
              <a:gd name="connsiteY103" fmla="*/ 3639455 h 3784177"/>
              <a:gd name="connsiteX104" fmla="*/ 1962 w 8037833"/>
              <a:gd name="connsiteY104" fmla="*/ 3635948 h 3784177"/>
              <a:gd name="connsiteX105" fmla="*/ 0 w 8037833"/>
              <a:gd name="connsiteY105" fmla="*/ 3635261 h 3784177"/>
              <a:gd name="connsiteX106" fmla="*/ 0 w 8037833"/>
              <a:gd name="connsiteY10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38966 w 8037833"/>
              <a:gd name="connsiteY78" fmla="*/ 3668777 h 3784177"/>
              <a:gd name="connsiteX79" fmla="*/ 2082844 w 8037833"/>
              <a:gd name="connsiteY79" fmla="*/ 3631994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734224 w 8037833"/>
              <a:gd name="connsiteY83" fmla="*/ 3655593 h 3784177"/>
              <a:gd name="connsiteX84" fmla="*/ 1664576 w 8037833"/>
              <a:gd name="connsiteY84" fmla="*/ 3638572 h 3784177"/>
              <a:gd name="connsiteX85" fmla="*/ 1577459 w 8037833"/>
              <a:gd name="connsiteY85" fmla="*/ 3658824 h 3784177"/>
              <a:gd name="connsiteX86" fmla="*/ 1527269 w 8037833"/>
              <a:gd name="connsiteY86" fmla="*/ 3663088 h 3784177"/>
              <a:gd name="connsiteX87" fmla="*/ 1390118 w 8037833"/>
              <a:gd name="connsiteY87" fmla="*/ 3682789 h 3784177"/>
              <a:gd name="connsiteX88" fmla="*/ 1252698 w 8037833"/>
              <a:gd name="connsiteY88" fmla="*/ 3708662 h 3784177"/>
              <a:gd name="connsiteX89" fmla="*/ 1171039 w 8037833"/>
              <a:gd name="connsiteY89" fmla="*/ 3758642 h 3784177"/>
              <a:gd name="connsiteX90" fmla="*/ 1058106 w 8037833"/>
              <a:gd name="connsiteY90" fmla="*/ 3776166 h 3784177"/>
              <a:gd name="connsiteX91" fmla="*/ 1039167 w 8037833"/>
              <a:gd name="connsiteY91" fmla="*/ 3784177 h 3784177"/>
              <a:gd name="connsiteX92" fmla="*/ 989223 w 8037833"/>
              <a:gd name="connsiteY92" fmla="*/ 3770303 h 3784177"/>
              <a:gd name="connsiteX93" fmla="*/ 907906 w 8037833"/>
              <a:gd name="connsiteY93" fmla="*/ 3757678 h 3784177"/>
              <a:gd name="connsiteX94" fmla="*/ 825226 w 8037833"/>
              <a:gd name="connsiteY94" fmla="*/ 3726369 h 3784177"/>
              <a:gd name="connsiteX95" fmla="*/ 722264 w 8037833"/>
              <a:gd name="connsiteY95" fmla="*/ 3747612 h 3784177"/>
              <a:gd name="connsiteX96" fmla="*/ 659460 w 8037833"/>
              <a:gd name="connsiteY96" fmla="*/ 3740429 h 3784177"/>
              <a:gd name="connsiteX97" fmla="*/ 556552 w 8037833"/>
              <a:gd name="connsiteY97" fmla="*/ 3739124 h 3784177"/>
              <a:gd name="connsiteX98" fmla="*/ 385384 w 8037833"/>
              <a:gd name="connsiteY98" fmla="*/ 3726388 h 3784177"/>
              <a:gd name="connsiteX99" fmla="*/ 339711 w 8037833"/>
              <a:gd name="connsiteY99" fmla="*/ 3718242 h 3784177"/>
              <a:gd name="connsiteX100" fmla="*/ 222239 w 8037833"/>
              <a:gd name="connsiteY100" fmla="*/ 3672335 h 3784177"/>
              <a:gd name="connsiteX101" fmla="*/ 163578 w 8037833"/>
              <a:gd name="connsiteY101" fmla="*/ 3656292 h 3784177"/>
              <a:gd name="connsiteX102" fmla="*/ 72220 w 8037833"/>
              <a:gd name="connsiteY102" fmla="*/ 3645272 h 3784177"/>
              <a:gd name="connsiteX103" fmla="*/ 44395 w 8037833"/>
              <a:gd name="connsiteY103" fmla="*/ 3639455 h 3784177"/>
              <a:gd name="connsiteX104" fmla="*/ 1962 w 8037833"/>
              <a:gd name="connsiteY104" fmla="*/ 3635948 h 3784177"/>
              <a:gd name="connsiteX105" fmla="*/ 0 w 8037833"/>
              <a:gd name="connsiteY105" fmla="*/ 3635261 h 3784177"/>
              <a:gd name="connsiteX106" fmla="*/ 0 w 8037833"/>
              <a:gd name="connsiteY10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38966 w 8037833"/>
              <a:gd name="connsiteY78" fmla="*/ 3668777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734224 w 8037833"/>
              <a:gd name="connsiteY83" fmla="*/ 3655593 h 3784177"/>
              <a:gd name="connsiteX84" fmla="*/ 1664576 w 8037833"/>
              <a:gd name="connsiteY84" fmla="*/ 3638572 h 3784177"/>
              <a:gd name="connsiteX85" fmla="*/ 1577459 w 8037833"/>
              <a:gd name="connsiteY85" fmla="*/ 3658824 h 3784177"/>
              <a:gd name="connsiteX86" fmla="*/ 1527269 w 8037833"/>
              <a:gd name="connsiteY86" fmla="*/ 3663088 h 3784177"/>
              <a:gd name="connsiteX87" fmla="*/ 1390118 w 8037833"/>
              <a:gd name="connsiteY87" fmla="*/ 3682789 h 3784177"/>
              <a:gd name="connsiteX88" fmla="*/ 1252698 w 8037833"/>
              <a:gd name="connsiteY88" fmla="*/ 3708662 h 3784177"/>
              <a:gd name="connsiteX89" fmla="*/ 1171039 w 8037833"/>
              <a:gd name="connsiteY89" fmla="*/ 3758642 h 3784177"/>
              <a:gd name="connsiteX90" fmla="*/ 1058106 w 8037833"/>
              <a:gd name="connsiteY90" fmla="*/ 3776166 h 3784177"/>
              <a:gd name="connsiteX91" fmla="*/ 1039167 w 8037833"/>
              <a:gd name="connsiteY91" fmla="*/ 3784177 h 3784177"/>
              <a:gd name="connsiteX92" fmla="*/ 989223 w 8037833"/>
              <a:gd name="connsiteY92" fmla="*/ 3770303 h 3784177"/>
              <a:gd name="connsiteX93" fmla="*/ 907906 w 8037833"/>
              <a:gd name="connsiteY93" fmla="*/ 3757678 h 3784177"/>
              <a:gd name="connsiteX94" fmla="*/ 825226 w 8037833"/>
              <a:gd name="connsiteY94" fmla="*/ 3726369 h 3784177"/>
              <a:gd name="connsiteX95" fmla="*/ 722264 w 8037833"/>
              <a:gd name="connsiteY95" fmla="*/ 3747612 h 3784177"/>
              <a:gd name="connsiteX96" fmla="*/ 659460 w 8037833"/>
              <a:gd name="connsiteY96" fmla="*/ 3740429 h 3784177"/>
              <a:gd name="connsiteX97" fmla="*/ 556552 w 8037833"/>
              <a:gd name="connsiteY97" fmla="*/ 3739124 h 3784177"/>
              <a:gd name="connsiteX98" fmla="*/ 385384 w 8037833"/>
              <a:gd name="connsiteY98" fmla="*/ 3726388 h 3784177"/>
              <a:gd name="connsiteX99" fmla="*/ 339711 w 8037833"/>
              <a:gd name="connsiteY99" fmla="*/ 3718242 h 3784177"/>
              <a:gd name="connsiteX100" fmla="*/ 222239 w 8037833"/>
              <a:gd name="connsiteY100" fmla="*/ 3672335 h 3784177"/>
              <a:gd name="connsiteX101" fmla="*/ 163578 w 8037833"/>
              <a:gd name="connsiteY101" fmla="*/ 3656292 h 3784177"/>
              <a:gd name="connsiteX102" fmla="*/ 72220 w 8037833"/>
              <a:gd name="connsiteY102" fmla="*/ 3645272 h 3784177"/>
              <a:gd name="connsiteX103" fmla="*/ 44395 w 8037833"/>
              <a:gd name="connsiteY103" fmla="*/ 3639455 h 3784177"/>
              <a:gd name="connsiteX104" fmla="*/ 1962 w 8037833"/>
              <a:gd name="connsiteY104" fmla="*/ 3635948 h 3784177"/>
              <a:gd name="connsiteX105" fmla="*/ 0 w 8037833"/>
              <a:gd name="connsiteY105" fmla="*/ 3635261 h 3784177"/>
              <a:gd name="connsiteX106" fmla="*/ 0 w 8037833"/>
              <a:gd name="connsiteY10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734224 w 8037833"/>
              <a:gd name="connsiteY83" fmla="*/ 3655593 h 3784177"/>
              <a:gd name="connsiteX84" fmla="*/ 1664576 w 8037833"/>
              <a:gd name="connsiteY84" fmla="*/ 3638572 h 3784177"/>
              <a:gd name="connsiteX85" fmla="*/ 1577459 w 8037833"/>
              <a:gd name="connsiteY85" fmla="*/ 3658824 h 3784177"/>
              <a:gd name="connsiteX86" fmla="*/ 1527269 w 8037833"/>
              <a:gd name="connsiteY86" fmla="*/ 3663088 h 3784177"/>
              <a:gd name="connsiteX87" fmla="*/ 1390118 w 8037833"/>
              <a:gd name="connsiteY87" fmla="*/ 3682789 h 3784177"/>
              <a:gd name="connsiteX88" fmla="*/ 1252698 w 8037833"/>
              <a:gd name="connsiteY88" fmla="*/ 3708662 h 3784177"/>
              <a:gd name="connsiteX89" fmla="*/ 1171039 w 8037833"/>
              <a:gd name="connsiteY89" fmla="*/ 3758642 h 3784177"/>
              <a:gd name="connsiteX90" fmla="*/ 1058106 w 8037833"/>
              <a:gd name="connsiteY90" fmla="*/ 3776166 h 3784177"/>
              <a:gd name="connsiteX91" fmla="*/ 1039167 w 8037833"/>
              <a:gd name="connsiteY91" fmla="*/ 3784177 h 3784177"/>
              <a:gd name="connsiteX92" fmla="*/ 989223 w 8037833"/>
              <a:gd name="connsiteY92" fmla="*/ 3770303 h 3784177"/>
              <a:gd name="connsiteX93" fmla="*/ 907906 w 8037833"/>
              <a:gd name="connsiteY93" fmla="*/ 3757678 h 3784177"/>
              <a:gd name="connsiteX94" fmla="*/ 825226 w 8037833"/>
              <a:gd name="connsiteY94" fmla="*/ 3726369 h 3784177"/>
              <a:gd name="connsiteX95" fmla="*/ 722264 w 8037833"/>
              <a:gd name="connsiteY95" fmla="*/ 3747612 h 3784177"/>
              <a:gd name="connsiteX96" fmla="*/ 659460 w 8037833"/>
              <a:gd name="connsiteY96" fmla="*/ 3740429 h 3784177"/>
              <a:gd name="connsiteX97" fmla="*/ 556552 w 8037833"/>
              <a:gd name="connsiteY97" fmla="*/ 3739124 h 3784177"/>
              <a:gd name="connsiteX98" fmla="*/ 385384 w 8037833"/>
              <a:gd name="connsiteY98" fmla="*/ 3726388 h 3784177"/>
              <a:gd name="connsiteX99" fmla="*/ 339711 w 8037833"/>
              <a:gd name="connsiteY99" fmla="*/ 3718242 h 3784177"/>
              <a:gd name="connsiteX100" fmla="*/ 222239 w 8037833"/>
              <a:gd name="connsiteY100" fmla="*/ 3672335 h 3784177"/>
              <a:gd name="connsiteX101" fmla="*/ 163578 w 8037833"/>
              <a:gd name="connsiteY101" fmla="*/ 3656292 h 3784177"/>
              <a:gd name="connsiteX102" fmla="*/ 72220 w 8037833"/>
              <a:gd name="connsiteY102" fmla="*/ 3645272 h 3784177"/>
              <a:gd name="connsiteX103" fmla="*/ 44395 w 8037833"/>
              <a:gd name="connsiteY103" fmla="*/ 3639455 h 3784177"/>
              <a:gd name="connsiteX104" fmla="*/ 1962 w 8037833"/>
              <a:gd name="connsiteY104" fmla="*/ 3635948 h 3784177"/>
              <a:gd name="connsiteX105" fmla="*/ 0 w 8037833"/>
              <a:gd name="connsiteY105" fmla="*/ 3635261 h 3784177"/>
              <a:gd name="connsiteX106" fmla="*/ 0 w 8037833"/>
              <a:gd name="connsiteY10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734224 w 8037833"/>
              <a:gd name="connsiteY83" fmla="*/ 3655593 h 3784177"/>
              <a:gd name="connsiteX84" fmla="*/ 1664576 w 8037833"/>
              <a:gd name="connsiteY84" fmla="*/ 3638572 h 3784177"/>
              <a:gd name="connsiteX85" fmla="*/ 1577459 w 8037833"/>
              <a:gd name="connsiteY85" fmla="*/ 3658824 h 3784177"/>
              <a:gd name="connsiteX86" fmla="*/ 1527269 w 8037833"/>
              <a:gd name="connsiteY86" fmla="*/ 3663088 h 3784177"/>
              <a:gd name="connsiteX87" fmla="*/ 1390118 w 8037833"/>
              <a:gd name="connsiteY87" fmla="*/ 3682789 h 3784177"/>
              <a:gd name="connsiteX88" fmla="*/ 1252698 w 8037833"/>
              <a:gd name="connsiteY88" fmla="*/ 3708662 h 3784177"/>
              <a:gd name="connsiteX89" fmla="*/ 1206642 w 8037833"/>
              <a:gd name="connsiteY89" fmla="*/ 3736384 h 3784177"/>
              <a:gd name="connsiteX90" fmla="*/ 1058106 w 8037833"/>
              <a:gd name="connsiteY90" fmla="*/ 3776166 h 3784177"/>
              <a:gd name="connsiteX91" fmla="*/ 1039167 w 8037833"/>
              <a:gd name="connsiteY91" fmla="*/ 3784177 h 3784177"/>
              <a:gd name="connsiteX92" fmla="*/ 989223 w 8037833"/>
              <a:gd name="connsiteY92" fmla="*/ 3770303 h 3784177"/>
              <a:gd name="connsiteX93" fmla="*/ 907906 w 8037833"/>
              <a:gd name="connsiteY93" fmla="*/ 3757678 h 3784177"/>
              <a:gd name="connsiteX94" fmla="*/ 825226 w 8037833"/>
              <a:gd name="connsiteY94" fmla="*/ 3726369 h 3784177"/>
              <a:gd name="connsiteX95" fmla="*/ 722264 w 8037833"/>
              <a:gd name="connsiteY95" fmla="*/ 3747612 h 3784177"/>
              <a:gd name="connsiteX96" fmla="*/ 659460 w 8037833"/>
              <a:gd name="connsiteY96" fmla="*/ 3740429 h 3784177"/>
              <a:gd name="connsiteX97" fmla="*/ 556552 w 8037833"/>
              <a:gd name="connsiteY97" fmla="*/ 3739124 h 3784177"/>
              <a:gd name="connsiteX98" fmla="*/ 385384 w 8037833"/>
              <a:gd name="connsiteY98" fmla="*/ 3726388 h 3784177"/>
              <a:gd name="connsiteX99" fmla="*/ 339711 w 8037833"/>
              <a:gd name="connsiteY99" fmla="*/ 3718242 h 3784177"/>
              <a:gd name="connsiteX100" fmla="*/ 222239 w 8037833"/>
              <a:gd name="connsiteY100" fmla="*/ 3672335 h 3784177"/>
              <a:gd name="connsiteX101" fmla="*/ 163578 w 8037833"/>
              <a:gd name="connsiteY101" fmla="*/ 3656292 h 3784177"/>
              <a:gd name="connsiteX102" fmla="*/ 72220 w 8037833"/>
              <a:gd name="connsiteY102" fmla="*/ 3645272 h 3784177"/>
              <a:gd name="connsiteX103" fmla="*/ 44395 w 8037833"/>
              <a:gd name="connsiteY103" fmla="*/ 3639455 h 3784177"/>
              <a:gd name="connsiteX104" fmla="*/ 1962 w 8037833"/>
              <a:gd name="connsiteY104" fmla="*/ 3635948 h 3784177"/>
              <a:gd name="connsiteX105" fmla="*/ 0 w 8037833"/>
              <a:gd name="connsiteY105" fmla="*/ 3635261 h 3784177"/>
              <a:gd name="connsiteX106" fmla="*/ 0 w 8037833"/>
              <a:gd name="connsiteY106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87830 w 8037833"/>
              <a:gd name="connsiteY82" fmla="*/ 3633173 h 3784177"/>
              <a:gd name="connsiteX83" fmla="*/ 1664576 w 8037833"/>
              <a:gd name="connsiteY83" fmla="*/ 3638572 h 3784177"/>
              <a:gd name="connsiteX84" fmla="*/ 1577459 w 8037833"/>
              <a:gd name="connsiteY84" fmla="*/ 3658824 h 3784177"/>
              <a:gd name="connsiteX85" fmla="*/ 1527269 w 8037833"/>
              <a:gd name="connsiteY85" fmla="*/ 3663088 h 3784177"/>
              <a:gd name="connsiteX86" fmla="*/ 1390118 w 8037833"/>
              <a:gd name="connsiteY86" fmla="*/ 3682789 h 3784177"/>
              <a:gd name="connsiteX87" fmla="*/ 1252698 w 8037833"/>
              <a:gd name="connsiteY87" fmla="*/ 3708662 h 3784177"/>
              <a:gd name="connsiteX88" fmla="*/ 1206642 w 8037833"/>
              <a:gd name="connsiteY88" fmla="*/ 3736384 h 3784177"/>
              <a:gd name="connsiteX89" fmla="*/ 1058106 w 8037833"/>
              <a:gd name="connsiteY89" fmla="*/ 3776166 h 3784177"/>
              <a:gd name="connsiteX90" fmla="*/ 1039167 w 8037833"/>
              <a:gd name="connsiteY90" fmla="*/ 3784177 h 3784177"/>
              <a:gd name="connsiteX91" fmla="*/ 989223 w 8037833"/>
              <a:gd name="connsiteY91" fmla="*/ 3770303 h 3784177"/>
              <a:gd name="connsiteX92" fmla="*/ 907906 w 8037833"/>
              <a:gd name="connsiteY92" fmla="*/ 3757678 h 3784177"/>
              <a:gd name="connsiteX93" fmla="*/ 825226 w 8037833"/>
              <a:gd name="connsiteY93" fmla="*/ 3726369 h 3784177"/>
              <a:gd name="connsiteX94" fmla="*/ 722264 w 8037833"/>
              <a:gd name="connsiteY94" fmla="*/ 3747612 h 3784177"/>
              <a:gd name="connsiteX95" fmla="*/ 659460 w 8037833"/>
              <a:gd name="connsiteY95" fmla="*/ 3740429 h 3784177"/>
              <a:gd name="connsiteX96" fmla="*/ 556552 w 8037833"/>
              <a:gd name="connsiteY96" fmla="*/ 3739124 h 3784177"/>
              <a:gd name="connsiteX97" fmla="*/ 385384 w 8037833"/>
              <a:gd name="connsiteY97" fmla="*/ 3726388 h 3784177"/>
              <a:gd name="connsiteX98" fmla="*/ 339711 w 8037833"/>
              <a:gd name="connsiteY98" fmla="*/ 3718242 h 3784177"/>
              <a:gd name="connsiteX99" fmla="*/ 222239 w 8037833"/>
              <a:gd name="connsiteY99" fmla="*/ 3672335 h 3784177"/>
              <a:gd name="connsiteX100" fmla="*/ 163578 w 8037833"/>
              <a:gd name="connsiteY100" fmla="*/ 3656292 h 3784177"/>
              <a:gd name="connsiteX101" fmla="*/ 72220 w 8037833"/>
              <a:gd name="connsiteY101" fmla="*/ 3645272 h 3784177"/>
              <a:gd name="connsiteX102" fmla="*/ 44395 w 8037833"/>
              <a:gd name="connsiteY102" fmla="*/ 3639455 h 3784177"/>
              <a:gd name="connsiteX103" fmla="*/ 1962 w 8037833"/>
              <a:gd name="connsiteY103" fmla="*/ 3635948 h 3784177"/>
              <a:gd name="connsiteX104" fmla="*/ 0 w 8037833"/>
              <a:gd name="connsiteY104" fmla="*/ 3635261 h 3784177"/>
              <a:gd name="connsiteX105" fmla="*/ 0 w 8037833"/>
              <a:gd name="connsiteY105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04758 w 8037833"/>
              <a:gd name="connsiteY82" fmla="*/ 3637625 h 3784177"/>
              <a:gd name="connsiteX83" fmla="*/ 1664576 w 8037833"/>
              <a:gd name="connsiteY83" fmla="*/ 3638572 h 3784177"/>
              <a:gd name="connsiteX84" fmla="*/ 1577459 w 8037833"/>
              <a:gd name="connsiteY84" fmla="*/ 3658824 h 3784177"/>
              <a:gd name="connsiteX85" fmla="*/ 1527269 w 8037833"/>
              <a:gd name="connsiteY85" fmla="*/ 3663088 h 3784177"/>
              <a:gd name="connsiteX86" fmla="*/ 1390118 w 8037833"/>
              <a:gd name="connsiteY86" fmla="*/ 3682789 h 3784177"/>
              <a:gd name="connsiteX87" fmla="*/ 1252698 w 8037833"/>
              <a:gd name="connsiteY87" fmla="*/ 3708662 h 3784177"/>
              <a:gd name="connsiteX88" fmla="*/ 1206642 w 8037833"/>
              <a:gd name="connsiteY88" fmla="*/ 3736384 h 3784177"/>
              <a:gd name="connsiteX89" fmla="*/ 1058106 w 8037833"/>
              <a:gd name="connsiteY89" fmla="*/ 3776166 h 3784177"/>
              <a:gd name="connsiteX90" fmla="*/ 1039167 w 8037833"/>
              <a:gd name="connsiteY90" fmla="*/ 3784177 h 3784177"/>
              <a:gd name="connsiteX91" fmla="*/ 989223 w 8037833"/>
              <a:gd name="connsiteY91" fmla="*/ 3770303 h 3784177"/>
              <a:gd name="connsiteX92" fmla="*/ 907906 w 8037833"/>
              <a:gd name="connsiteY92" fmla="*/ 3757678 h 3784177"/>
              <a:gd name="connsiteX93" fmla="*/ 825226 w 8037833"/>
              <a:gd name="connsiteY93" fmla="*/ 3726369 h 3784177"/>
              <a:gd name="connsiteX94" fmla="*/ 722264 w 8037833"/>
              <a:gd name="connsiteY94" fmla="*/ 3747612 h 3784177"/>
              <a:gd name="connsiteX95" fmla="*/ 659460 w 8037833"/>
              <a:gd name="connsiteY95" fmla="*/ 3740429 h 3784177"/>
              <a:gd name="connsiteX96" fmla="*/ 556552 w 8037833"/>
              <a:gd name="connsiteY96" fmla="*/ 3739124 h 3784177"/>
              <a:gd name="connsiteX97" fmla="*/ 385384 w 8037833"/>
              <a:gd name="connsiteY97" fmla="*/ 3726388 h 3784177"/>
              <a:gd name="connsiteX98" fmla="*/ 339711 w 8037833"/>
              <a:gd name="connsiteY98" fmla="*/ 3718242 h 3784177"/>
              <a:gd name="connsiteX99" fmla="*/ 222239 w 8037833"/>
              <a:gd name="connsiteY99" fmla="*/ 3672335 h 3784177"/>
              <a:gd name="connsiteX100" fmla="*/ 163578 w 8037833"/>
              <a:gd name="connsiteY100" fmla="*/ 3656292 h 3784177"/>
              <a:gd name="connsiteX101" fmla="*/ 72220 w 8037833"/>
              <a:gd name="connsiteY101" fmla="*/ 3645272 h 3784177"/>
              <a:gd name="connsiteX102" fmla="*/ 44395 w 8037833"/>
              <a:gd name="connsiteY102" fmla="*/ 3639455 h 3784177"/>
              <a:gd name="connsiteX103" fmla="*/ 1962 w 8037833"/>
              <a:gd name="connsiteY103" fmla="*/ 3635948 h 3784177"/>
              <a:gd name="connsiteX104" fmla="*/ 0 w 8037833"/>
              <a:gd name="connsiteY104" fmla="*/ 3635261 h 3784177"/>
              <a:gd name="connsiteX105" fmla="*/ 0 w 8037833"/>
              <a:gd name="connsiteY105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04758 w 8037833"/>
              <a:gd name="connsiteY82" fmla="*/ 3637625 h 3784177"/>
              <a:gd name="connsiteX83" fmla="*/ 1664576 w 8037833"/>
              <a:gd name="connsiteY83" fmla="*/ 3638572 h 3784177"/>
              <a:gd name="connsiteX84" fmla="*/ 1577459 w 8037833"/>
              <a:gd name="connsiteY84" fmla="*/ 3658824 h 3784177"/>
              <a:gd name="connsiteX85" fmla="*/ 1527269 w 8037833"/>
              <a:gd name="connsiteY85" fmla="*/ 3663088 h 3784177"/>
              <a:gd name="connsiteX86" fmla="*/ 1390118 w 8037833"/>
              <a:gd name="connsiteY86" fmla="*/ 3682789 h 3784177"/>
              <a:gd name="connsiteX87" fmla="*/ 1252698 w 8037833"/>
              <a:gd name="connsiteY87" fmla="*/ 3708662 h 3784177"/>
              <a:gd name="connsiteX88" fmla="*/ 1206642 w 8037833"/>
              <a:gd name="connsiteY88" fmla="*/ 3736384 h 3784177"/>
              <a:gd name="connsiteX89" fmla="*/ 1058106 w 8037833"/>
              <a:gd name="connsiteY89" fmla="*/ 3776166 h 3784177"/>
              <a:gd name="connsiteX90" fmla="*/ 1039167 w 8037833"/>
              <a:gd name="connsiteY90" fmla="*/ 3784177 h 3784177"/>
              <a:gd name="connsiteX91" fmla="*/ 989223 w 8037833"/>
              <a:gd name="connsiteY91" fmla="*/ 3770303 h 3784177"/>
              <a:gd name="connsiteX92" fmla="*/ 907906 w 8037833"/>
              <a:gd name="connsiteY92" fmla="*/ 3757678 h 3784177"/>
              <a:gd name="connsiteX93" fmla="*/ 825226 w 8037833"/>
              <a:gd name="connsiteY93" fmla="*/ 3726369 h 3784177"/>
              <a:gd name="connsiteX94" fmla="*/ 722264 w 8037833"/>
              <a:gd name="connsiteY94" fmla="*/ 3747612 h 3784177"/>
              <a:gd name="connsiteX95" fmla="*/ 659460 w 8037833"/>
              <a:gd name="connsiteY95" fmla="*/ 3740429 h 3784177"/>
              <a:gd name="connsiteX96" fmla="*/ 556552 w 8037833"/>
              <a:gd name="connsiteY96" fmla="*/ 3739124 h 3784177"/>
              <a:gd name="connsiteX97" fmla="*/ 385384 w 8037833"/>
              <a:gd name="connsiteY97" fmla="*/ 3726388 h 3784177"/>
              <a:gd name="connsiteX98" fmla="*/ 339711 w 8037833"/>
              <a:gd name="connsiteY98" fmla="*/ 3718242 h 3784177"/>
              <a:gd name="connsiteX99" fmla="*/ 222239 w 8037833"/>
              <a:gd name="connsiteY99" fmla="*/ 3672335 h 3784177"/>
              <a:gd name="connsiteX100" fmla="*/ 163578 w 8037833"/>
              <a:gd name="connsiteY100" fmla="*/ 3656292 h 3784177"/>
              <a:gd name="connsiteX101" fmla="*/ 72220 w 8037833"/>
              <a:gd name="connsiteY101" fmla="*/ 3645272 h 3784177"/>
              <a:gd name="connsiteX102" fmla="*/ 44395 w 8037833"/>
              <a:gd name="connsiteY102" fmla="*/ 3639455 h 3784177"/>
              <a:gd name="connsiteX103" fmla="*/ 1962 w 8037833"/>
              <a:gd name="connsiteY103" fmla="*/ 3635948 h 3784177"/>
              <a:gd name="connsiteX104" fmla="*/ 0 w 8037833"/>
              <a:gd name="connsiteY104" fmla="*/ 3635261 h 3784177"/>
              <a:gd name="connsiteX105" fmla="*/ 0 w 8037833"/>
              <a:gd name="connsiteY105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133816 w 8037833"/>
              <a:gd name="connsiteY48" fmla="*/ 3690565 h 3784177"/>
              <a:gd name="connsiteX49" fmla="*/ 4071732 w 8037833"/>
              <a:gd name="connsiteY49" fmla="*/ 3732513 h 3784177"/>
              <a:gd name="connsiteX50" fmla="*/ 4045924 w 8037833"/>
              <a:gd name="connsiteY50" fmla="*/ 3739404 h 3784177"/>
              <a:gd name="connsiteX51" fmla="*/ 4032171 w 8037833"/>
              <a:gd name="connsiteY51" fmla="*/ 3745523 h 3784177"/>
              <a:gd name="connsiteX52" fmla="*/ 4011556 w 8037833"/>
              <a:gd name="connsiteY52" fmla="*/ 3729673 h 3784177"/>
              <a:gd name="connsiteX53" fmla="*/ 3985774 w 8037833"/>
              <a:gd name="connsiteY53" fmla="*/ 3736547 h 3784177"/>
              <a:gd name="connsiteX54" fmla="*/ 3979769 w 8037833"/>
              <a:gd name="connsiteY54" fmla="*/ 3738769 h 3784177"/>
              <a:gd name="connsiteX55" fmla="*/ 3950014 w 8037833"/>
              <a:gd name="connsiteY55" fmla="*/ 3726942 h 3784177"/>
              <a:gd name="connsiteX56" fmla="*/ 3934671 w 8037833"/>
              <a:gd name="connsiteY56" fmla="*/ 3723339 h 3784177"/>
              <a:gd name="connsiteX57" fmla="*/ 3930274 w 8037833"/>
              <a:gd name="connsiteY57" fmla="*/ 3717148 h 3784177"/>
              <a:gd name="connsiteX58" fmla="*/ 3907660 w 8037833"/>
              <a:gd name="connsiteY58" fmla="*/ 3714456 h 3784177"/>
              <a:gd name="connsiteX59" fmla="*/ 3905087 w 8037833"/>
              <a:gd name="connsiteY59" fmla="*/ 3716098 h 3784177"/>
              <a:gd name="connsiteX60" fmla="*/ 3886347 w 8037833"/>
              <a:gd name="connsiteY60" fmla="*/ 3706620 h 3784177"/>
              <a:gd name="connsiteX61" fmla="*/ 3870533 w 8037833"/>
              <a:gd name="connsiteY61" fmla="*/ 3689905 h 3784177"/>
              <a:gd name="connsiteX62" fmla="*/ 3678563 w 8037833"/>
              <a:gd name="connsiteY62" fmla="*/ 3694486 h 3784177"/>
              <a:gd name="connsiteX63" fmla="*/ 3524121 w 8037833"/>
              <a:gd name="connsiteY63" fmla="*/ 3642736 h 3784177"/>
              <a:gd name="connsiteX64" fmla="*/ 3373519 w 8037833"/>
              <a:gd name="connsiteY64" fmla="*/ 3665785 h 3784177"/>
              <a:gd name="connsiteX65" fmla="*/ 3114267 w 8037833"/>
              <a:gd name="connsiteY65" fmla="*/ 3638983 h 3784177"/>
              <a:gd name="connsiteX66" fmla="*/ 2989722 w 8037833"/>
              <a:gd name="connsiteY66" fmla="*/ 3623230 h 3784177"/>
              <a:gd name="connsiteX67" fmla="*/ 2965734 w 8037833"/>
              <a:gd name="connsiteY67" fmla="*/ 3635676 h 3784177"/>
              <a:gd name="connsiteX68" fmla="*/ 2961603 w 8037833"/>
              <a:gd name="connsiteY68" fmla="*/ 3638221 h 3784177"/>
              <a:gd name="connsiteX69" fmla="*/ 2944959 w 8037833"/>
              <a:gd name="connsiteY69" fmla="*/ 3639723 h 3784177"/>
              <a:gd name="connsiteX70" fmla="*/ 2940402 w 8037833"/>
              <a:gd name="connsiteY70" fmla="*/ 3651000 h 3784177"/>
              <a:gd name="connsiteX71" fmla="*/ 2884777 w 8037833"/>
              <a:gd name="connsiteY71" fmla="*/ 3660775 h 3784177"/>
              <a:gd name="connsiteX72" fmla="*/ 2739034 w 8037833"/>
              <a:gd name="connsiteY72" fmla="*/ 3647396 h 3784177"/>
              <a:gd name="connsiteX73" fmla="*/ 2651827 w 8037833"/>
              <a:gd name="connsiteY73" fmla="*/ 3646306 h 3784177"/>
              <a:gd name="connsiteX74" fmla="*/ 2618680 w 8037833"/>
              <a:gd name="connsiteY74" fmla="*/ 3656755 h 3784177"/>
              <a:gd name="connsiteX75" fmla="*/ 2572404 w 8037833"/>
              <a:gd name="connsiteY75" fmla="*/ 3664043 h 3784177"/>
              <a:gd name="connsiteX76" fmla="*/ 2423704 w 8037833"/>
              <a:gd name="connsiteY76" fmla="*/ 3658079 h 3784177"/>
              <a:gd name="connsiteX77" fmla="*/ 2301172 w 8037833"/>
              <a:gd name="connsiteY77" fmla="*/ 3663053 h 3784177"/>
              <a:gd name="connsiteX78" fmla="*/ 2258745 w 8037833"/>
              <a:gd name="connsiteY78" fmla="*/ 3673229 h 3784177"/>
              <a:gd name="connsiteX79" fmla="*/ 2082844 w 8037833"/>
              <a:gd name="connsiteY79" fmla="*/ 3645349 h 3784177"/>
              <a:gd name="connsiteX80" fmla="*/ 1938480 w 8037833"/>
              <a:gd name="connsiteY80" fmla="*/ 3601439 h 3784177"/>
              <a:gd name="connsiteX81" fmla="*/ 1900166 w 8037833"/>
              <a:gd name="connsiteY81" fmla="*/ 3609358 h 3784177"/>
              <a:gd name="connsiteX82" fmla="*/ 1704758 w 8037833"/>
              <a:gd name="connsiteY82" fmla="*/ 3637625 h 3784177"/>
              <a:gd name="connsiteX83" fmla="*/ 1664576 w 8037833"/>
              <a:gd name="connsiteY83" fmla="*/ 3638572 h 3784177"/>
              <a:gd name="connsiteX84" fmla="*/ 1577459 w 8037833"/>
              <a:gd name="connsiteY84" fmla="*/ 3658824 h 3784177"/>
              <a:gd name="connsiteX85" fmla="*/ 1527269 w 8037833"/>
              <a:gd name="connsiteY85" fmla="*/ 3663088 h 3784177"/>
              <a:gd name="connsiteX86" fmla="*/ 1390118 w 8037833"/>
              <a:gd name="connsiteY86" fmla="*/ 3682789 h 3784177"/>
              <a:gd name="connsiteX87" fmla="*/ 1252698 w 8037833"/>
              <a:gd name="connsiteY87" fmla="*/ 3708662 h 3784177"/>
              <a:gd name="connsiteX88" fmla="*/ 1206642 w 8037833"/>
              <a:gd name="connsiteY88" fmla="*/ 3736384 h 3784177"/>
              <a:gd name="connsiteX89" fmla="*/ 1058106 w 8037833"/>
              <a:gd name="connsiteY89" fmla="*/ 3776166 h 3784177"/>
              <a:gd name="connsiteX90" fmla="*/ 1039167 w 8037833"/>
              <a:gd name="connsiteY90" fmla="*/ 3784177 h 3784177"/>
              <a:gd name="connsiteX91" fmla="*/ 989223 w 8037833"/>
              <a:gd name="connsiteY91" fmla="*/ 3770303 h 3784177"/>
              <a:gd name="connsiteX92" fmla="*/ 907906 w 8037833"/>
              <a:gd name="connsiteY92" fmla="*/ 3757678 h 3784177"/>
              <a:gd name="connsiteX93" fmla="*/ 825226 w 8037833"/>
              <a:gd name="connsiteY93" fmla="*/ 3726369 h 3784177"/>
              <a:gd name="connsiteX94" fmla="*/ 722264 w 8037833"/>
              <a:gd name="connsiteY94" fmla="*/ 3747612 h 3784177"/>
              <a:gd name="connsiteX95" fmla="*/ 659460 w 8037833"/>
              <a:gd name="connsiteY95" fmla="*/ 3740429 h 3784177"/>
              <a:gd name="connsiteX96" fmla="*/ 556552 w 8037833"/>
              <a:gd name="connsiteY96" fmla="*/ 3739124 h 3784177"/>
              <a:gd name="connsiteX97" fmla="*/ 385384 w 8037833"/>
              <a:gd name="connsiteY97" fmla="*/ 3726388 h 3784177"/>
              <a:gd name="connsiteX98" fmla="*/ 339711 w 8037833"/>
              <a:gd name="connsiteY98" fmla="*/ 3718242 h 3784177"/>
              <a:gd name="connsiteX99" fmla="*/ 222239 w 8037833"/>
              <a:gd name="connsiteY99" fmla="*/ 3672335 h 3784177"/>
              <a:gd name="connsiteX100" fmla="*/ 163578 w 8037833"/>
              <a:gd name="connsiteY100" fmla="*/ 3656292 h 3784177"/>
              <a:gd name="connsiteX101" fmla="*/ 72220 w 8037833"/>
              <a:gd name="connsiteY101" fmla="*/ 3645272 h 3784177"/>
              <a:gd name="connsiteX102" fmla="*/ 44395 w 8037833"/>
              <a:gd name="connsiteY102" fmla="*/ 3639455 h 3784177"/>
              <a:gd name="connsiteX103" fmla="*/ 1962 w 8037833"/>
              <a:gd name="connsiteY103" fmla="*/ 3635948 h 3784177"/>
              <a:gd name="connsiteX104" fmla="*/ 0 w 8037833"/>
              <a:gd name="connsiteY104" fmla="*/ 3635261 h 3784177"/>
              <a:gd name="connsiteX105" fmla="*/ 0 w 8037833"/>
              <a:gd name="connsiteY105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81340 w 8037833"/>
              <a:gd name="connsiteY47" fmla="*/ 3701729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22264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4987020 w 8037833"/>
              <a:gd name="connsiteY32" fmla="*/ 3461263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22264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22264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22264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58106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206642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52698 w 8037833"/>
              <a:gd name="connsiteY86" fmla="*/ 3708662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25226 w 8037833"/>
              <a:gd name="connsiteY92" fmla="*/ 3726369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51256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94769 w 8037833"/>
              <a:gd name="connsiteY7" fmla="*/ 3276296 h 3784177"/>
              <a:gd name="connsiteX8" fmla="*/ 7241630 w 8037833"/>
              <a:gd name="connsiteY8" fmla="*/ 3258619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197338 w 8037833"/>
              <a:gd name="connsiteY9" fmla="*/ 3224751 h 3784177"/>
              <a:gd name="connsiteX10" fmla="*/ 7180777 w 8037833"/>
              <a:gd name="connsiteY10" fmla="*/ 3222826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197338 w 8037833"/>
              <a:gd name="connsiteY9" fmla="*/ 3224751 h 3784177"/>
              <a:gd name="connsiteX10" fmla="*/ 7176821 w 8037833"/>
              <a:gd name="connsiteY10" fmla="*/ 3236181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76821 w 8037833"/>
              <a:gd name="connsiteY10" fmla="*/ 3236181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88760 w 8037833"/>
              <a:gd name="connsiteY6" fmla="*/ 3183782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52740 w 8037833"/>
              <a:gd name="connsiteY5" fmla="*/ 3181149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7229 w 8037833"/>
              <a:gd name="connsiteY4" fmla="*/ 3143819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26577 w 8037833"/>
              <a:gd name="connsiteY32" fmla="*/ 3465714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47844 w 8037833"/>
              <a:gd name="connsiteY13" fmla="*/ 3303791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66539 w 8037833"/>
              <a:gd name="connsiteY18" fmla="*/ 3382500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11718 w 8037833"/>
              <a:gd name="connsiteY20" fmla="*/ 3357536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70533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11197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50014 w 8037833"/>
              <a:gd name="connsiteY54" fmla="*/ 3726942 h 3784177"/>
              <a:gd name="connsiteX55" fmla="*/ 3934671 w 8037833"/>
              <a:gd name="connsiteY55" fmla="*/ 3723339 h 3784177"/>
              <a:gd name="connsiteX56" fmla="*/ 3930274 w 8037833"/>
              <a:gd name="connsiteY56" fmla="*/ 3717148 h 3784177"/>
              <a:gd name="connsiteX57" fmla="*/ 3907660 w 8037833"/>
              <a:gd name="connsiteY57" fmla="*/ 3714456 h 3784177"/>
              <a:gd name="connsiteX58" fmla="*/ 3905087 w 8037833"/>
              <a:gd name="connsiteY58" fmla="*/ 3716098 h 3784177"/>
              <a:gd name="connsiteX59" fmla="*/ 3886347 w 8037833"/>
              <a:gd name="connsiteY59" fmla="*/ 3706620 h 3784177"/>
              <a:gd name="connsiteX60" fmla="*/ 3811197 w 8037833"/>
              <a:gd name="connsiteY60" fmla="*/ 3689905 h 3784177"/>
              <a:gd name="connsiteX61" fmla="*/ 3678563 w 8037833"/>
              <a:gd name="connsiteY61" fmla="*/ 3694486 h 3784177"/>
              <a:gd name="connsiteX62" fmla="*/ 3524121 w 8037833"/>
              <a:gd name="connsiteY62" fmla="*/ 3642736 h 3784177"/>
              <a:gd name="connsiteX63" fmla="*/ 3373519 w 8037833"/>
              <a:gd name="connsiteY63" fmla="*/ 3665785 h 3784177"/>
              <a:gd name="connsiteX64" fmla="*/ 3114267 w 8037833"/>
              <a:gd name="connsiteY64" fmla="*/ 3638983 h 3784177"/>
              <a:gd name="connsiteX65" fmla="*/ 2989722 w 8037833"/>
              <a:gd name="connsiteY65" fmla="*/ 3623230 h 3784177"/>
              <a:gd name="connsiteX66" fmla="*/ 2965734 w 8037833"/>
              <a:gd name="connsiteY66" fmla="*/ 3635676 h 3784177"/>
              <a:gd name="connsiteX67" fmla="*/ 2961603 w 8037833"/>
              <a:gd name="connsiteY67" fmla="*/ 3638221 h 3784177"/>
              <a:gd name="connsiteX68" fmla="*/ 2944959 w 8037833"/>
              <a:gd name="connsiteY68" fmla="*/ 3639723 h 3784177"/>
              <a:gd name="connsiteX69" fmla="*/ 2940402 w 8037833"/>
              <a:gd name="connsiteY69" fmla="*/ 3651000 h 3784177"/>
              <a:gd name="connsiteX70" fmla="*/ 2884777 w 8037833"/>
              <a:gd name="connsiteY70" fmla="*/ 3660775 h 3784177"/>
              <a:gd name="connsiteX71" fmla="*/ 2739034 w 8037833"/>
              <a:gd name="connsiteY71" fmla="*/ 3647396 h 3784177"/>
              <a:gd name="connsiteX72" fmla="*/ 2651827 w 8037833"/>
              <a:gd name="connsiteY72" fmla="*/ 3646306 h 3784177"/>
              <a:gd name="connsiteX73" fmla="*/ 2618680 w 8037833"/>
              <a:gd name="connsiteY73" fmla="*/ 3656755 h 3784177"/>
              <a:gd name="connsiteX74" fmla="*/ 2572404 w 8037833"/>
              <a:gd name="connsiteY74" fmla="*/ 3664043 h 3784177"/>
              <a:gd name="connsiteX75" fmla="*/ 2423704 w 8037833"/>
              <a:gd name="connsiteY75" fmla="*/ 3658079 h 3784177"/>
              <a:gd name="connsiteX76" fmla="*/ 2301172 w 8037833"/>
              <a:gd name="connsiteY76" fmla="*/ 3663053 h 3784177"/>
              <a:gd name="connsiteX77" fmla="*/ 2258745 w 8037833"/>
              <a:gd name="connsiteY77" fmla="*/ 3673229 h 3784177"/>
              <a:gd name="connsiteX78" fmla="*/ 2082844 w 8037833"/>
              <a:gd name="connsiteY78" fmla="*/ 3645349 h 3784177"/>
              <a:gd name="connsiteX79" fmla="*/ 1938480 w 8037833"/>
              <a:gd name="connsiteY79" fmla="*/ 3601439 h 3784177"/>
              <a:gd name="connsiteX80" fmla="*/ 1900166 w 8037833"/>
              <a:gd name="connsiteY80" fmla="*/ 3609358 h 3784177"/>
              <a:gd name="connsiteX81" fmla="*/ 1704758 w 8037833"/>
              <a:gd name="connsiteY81" fmla="*/ 3637625 h 3784177"/>
              <a:gd name="connsiteX82" fmla="*/ 1664576 w 8037833"/>
              <a:gd name="connsiteY82" fmla="*/ 3638572 h 3784177"/>
              <a:gd name="connsiteX83" fmla="*/ 1577459 w 8037833"/>
              <a:gd name="connsiteY83" fmla="*/ 3658824 h 3784177"/>
              <a:gd name="connsiteX84" fmla="*/ 1527269 w 8037833"/>
              <a:gd name="connsiteY84" fmla="*/ 3663088 h 3784177"/>
              <a:gd name="connsiteX85" fmla="*/ 1390118 w 8037833"/>
              <a:gd name="connsiteY85" fmla="*/ 3682789 h 3784177"/>
              <a:gd name="connsiteX86" fmla="*/ 1268521 w 8037833"/>
              <a:gd name="connsiteY86" fmla="*/ 3713114 h 3784177"/>
              <a:gd name="connsiteX87" fmla="*/ 1186863 w 8037833"/>
              <a:gd name="connsiteY87" fmla="*/ 3736384 h 3784177"/>
              <a:gd name="connsiteX88" fmla="*/ 1073929 w 8037833"/>
              <a:gd name="connsiteY88" fmla="*/ 3776166 h 3784177"/>
              <a:gd name="connsiteX89" fmla="*/ 1039167 w 8037833"/>
              <a:gd name="connsiteY89" fmla="*/ 3784177 h 3784177"/>
              <a:gd name="connsiteX90" fmla="*/ 989223 w 8037833"/>
              <a:gd name="connsiteY90" fmla="*/ 3770303 h 3784177"/>
              <a:gd name="connsiteX91" fmla="*/ 907906 w 8037833"/>
              <a:gd name="connsiteY91" fmla="*/ 3757678 h 3784177"/>
              <a:gd name="connsiteX92" fmla="*/ 833137 w 8037833"/>
              <a:gd name="connsiteY92" fmla="*/ 3744175 h 3784177"/>
              <a:gd name="connsiteX93" fmla="*/ 742042 w 8037833"/>
              <a:gd name="connsiteY93" fmla="*/ 3747612 h 3784177"/>
              <a:gd name="connsiteX94" fmla="*/ 659460 w 8037833"/>
              <a:gd name="connsiteY94" fmla="*/ 3740429 h 3784177"/>
              <a:gd name="connsiteX95" fmla="*/ 556552 w 8037833"/>
              <a:gd name="connsiteY95" fmla="*/ 3739124 h 3784177"/>
              <a:gd name="connsiteX96" fmla="*/ 385384 w 8037833"/>
              <a:gd name="connsiteY96" fmla="*/ 3726388 h 3784177"/>
              <a:gd name="connsiteX97" fmla="*/ 339711 w 8037833"/>
              <a:gd name="connsiteY97" fmla="*/ 3718242 h 3784177"/>
              <a:gd name="connsiteX98" fmla="*/ 222239 w 8037833"/>
              <a:gd name="connsiteY98" fmla="*/ 3672335 h 3784177"/>
              <a:gd name="connsiteX99" fmla="*/ 163578 w 8037833"/>
              <a:gd name="connsiteY99" fmla="*/ 3656292 h 3784177"/>
              <a:gd name="connsiteX100" fmla="*/ 72220 w 8037833"/>
              <a:gd name="connsiteY100" fmla="*/ 3645272 h 3784177"/>
              <a:gd name="connsiteX101" fmla="*/ 44395 w 8037833"/>
              <a:gd name="connsiteY101" fmla="*/ 3639455 h 3784177"/>
              <a:gd name="connsiteX102" fmla="*/ 1962 w 8037833"/>
              <a:gd name="connsiteY102" fmla="*/ 3635948 h 3784177"/>
              <a:gd name="connsiteX103" fmla="*/ 0 w 8037833"/>
              <a:gd name="connsiteY103" fmla="*/ 3635261 h 3784177"/>
              <a:gd name="connsiteX104" fmla="*/ 0 w 8037833"/>
              <a:gd name="connsiteY104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78563 w 8037833"/>
              <a:gd name="connsiteY60" fmla="*/ 3694486 h 3784177"/>
              <a:gd name="connsiteX61" fmla="*/ 3524121 w 8037833"/>
              <a:gd name="connsiteY61" fmla="*/ 3642736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24121 w 8037833"/>
              <a:gd name="connsiteY61" fmla="*/ 3642736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2989722 w 8037833"/>
              <a:gd name="connsiteY64" fmla="*/ 3623230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39034 w 8037833"/>
              <a:gd name="connsiteY70" fmla="*/ 3647396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62769 w 8037833"/>
              <a:gd name="connsiteY70" fmla="*/ 3651848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900166 w 8037833"/>
              <a:gd name="connsiteY79" fmla="*/ 3609358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01439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58745 w 8037833"/>
              <a:gd name="connsiteY76" fmla="*/ 3673229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31055 w 8037833"/>
              <a:gd name="connsiteY76" fmla="*/ 3673230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  <a:gd name="connsiteX0" fmla="*/ 0 w 8037833"/>
              <a:gd name="connsiteY0" fmla="*/ 12763 h 3784177"/>
              <a:gd name="connsiteX1" fmla="*/ 8037833 w 8037833"/>
              <a:gd name="connsiteY1" fmla="*/ 0 h 3784177"/>
              <a:gd name="connsiteX2" fmla="*/ 8037833 w 8037833"/>
              <a:gd name="connsiteY2" fmla="*/ 3123098 h 3784177"/>
              <a:gd name="connsiteX3" fmla="*/ 8034343 w 8037833"/>
              <a:gd name="connsiteY3" fmla="*/ 3122573 h 3784177"/>
              <a:gd name="connsiteX4" fmla="*/ 7873273 w 8037833"/>
              <a:gd name="connsiteY4" fmla="*/ 3143820 h 3784177"/>
              <a:gd name="connsiteX5" fmla="*/ 7725050 w 8037833"/>
              <a:gd name="connsiteY5" fmla="*/ 3176697 h 3784177"/>
              <a:gd name="connsiteX6" fmla="*/ 7576893 w 8037833"/>
              <a:gd name="connsiteY6" fmla="*/ 3201588 h 3784177"/>
              <a:gd name="connsiteX7" fmla="*/ 7394769 w 8037833"/>
              <a:gd name="connsiteY7" fmla="*/ 3276296 h 3784177"/>
              <a:gd name="connsiteX8" fmla="*/ 7293055 w 8037833"/>
              <a:gd name="connsiteY8" fmla="*/ 3276425 h 3784177"/>
              <a:gd name="connsiteX9" fmla="*/ 7225028 w 8037833"/>
              <a:gd name="connsiteY9" fmla="*/ 3269266 h 3784177"/>
              <a:gd name="connsiteX10" fmla="*/ 7180777 w 8037833"/>
              <a:gd name="connsiteY10" fmla="*/ 3262890 h 3784177"/>
              <a:gd name="connsiteX11" fmla="*/ 7146896 w 8037833"/>
              <a:gd name="connsiteY11" fmla="*/ 3256975 h 3784177"/>
              <a:gd name="connsiteX12" fmla="*/ 7101771 w 8037833"/>
              <a:gd name="connsiteY12" fmla="*/ 3257015 h 3784177"/>
              <a:gd name="connsiteX13" fmla="*/ 7028065 w 8037833"/>
              <a:gd name="connsiteY13" fmla="*/ 3312694 h 3784177"/>
              <a:gd name="connsiteX14" fmla="*/ 6912506 w 8037833"/>
              <a:gd name="connsiteY14" fmla="*/ 3361478 h 3784177"/>
              <a:gd name="connsiteX15" fmla="*/ 6819463 w 8037833"/>
              <a:gd name="connsiteY15" fmla="*/ 3368624 h 3784177"/>
              <a:gd name="connsiteX16" fmla="*/ 6797198 w 8037833"/>
              <a:gd name="connsiteY16" fmla="*/ 3378256 h 3784177"/>
              <a:gd name="connsiteX17" fmla="*/ 6687784 w 8037833"/>
              <a:gd name="connsiteY17" fmla="*/ 3376132 h 3784177"/>
              <a:gd name="connsiteX18" fmla="*/ 6526982 w 8037833"/>
              <a:gd name="connsiteY18" fmla="*/ 3395855 h 3784177"/>
              <a:gd name="connsiteX19" fmla="*/ 6352283 w 8037833"/>
              <a:gd name="connsiteY19" fmla="*/ 3374762 h 3784177"/>
              <a:gd name="connsiteX20" fmla="*/ 6151276 w 8037833"/>
              <a:gd name="connsiteY20" fmla="*/ 3366439 h 3784177"/>
              <a:gd name="connsiteX21" fmla="*/ 6022263 w 8037833"/>
              <a:gd name="connsiteY21" fmla="*/ 3359057 h 3784177"/>
              <a:gd name="connsiteX22" fmla="*/ 5891274 w 8037833"/>
              <a:gd name="connsiteY22" fmla="*/ 3397681 h 3784177"/>
              <a:gd name="connsiteX23" fmla="*/ 5746050 w 8037833"/>
              <a:gd name="connsiteY23" fmla="*/ 3426142 h 3784177"/>
              <a:gd name="connsiteX24" fmla="*/ 5613670 w 8037833"/>
              <a:gd name="connsiteY24" fmla="*/ 3428671 h 3784177"/>
              <a:gd name="connsiteX25" fmla="*/ 5535334 w 8037833"/>
              <a:gd name="connsiteY25" fmla="*/ 3437044 h 3784177"/>
              <a:gd name="connsiteX26" fmla="*/ 5506940 w 8037833"/>
              <a:gd name="connsiteY26" fmla="*/ 3450999 h 3784177"/>
              <a:gd name="connsiteX27" fmla="*/ 5466372 w 8037833"/>
              <a:gd name="connsiteY27" fmla="*/ 3463245 h 3784177"/>
              <a:gd name="connsiteX28" fmla="*/ 5395833 w 8037833"/>
              <a:gd name="connsiteY28" fmla="*/ 3493194 h 3784177"/>
              <a:gd name="connsiteX29" fmla="*/ 5305325 w 8037833"/>
              <a:gd name="connsiteY29" fmla="*/ 3505200 h 3784177"/>
              <a:gd name="connsiteX30" fmla="*/ 5223043 w 8037833"/>
              <a:gd name="connsiteY30" fmla="*/ 3491664 h 3784177"/>
              <a:gd name="connsiteX31" fmla="*/ 5167992 w 8037833"/>
              <a:gd name="connsiteY31" fmla="*/ 3486279 h 3784177"/>
              <a:gd name="connsiteX32" fmla="*/ 5034489 w 8037833"/>
              <a:gd name="connsiteY32" fmla="*/ 3483520 h 3784177"/>
              <a:gd name="connsiteX33" fmla="*/ 4890003 w 8037833"/>
              <a:gd name="connsiteY33" fmla="*/ 3469874 h 3784177"/>
              <a:gd name="connsiteX34" fmla="*/ 4856654 w 8037833"/>
              <a:gd name="connsiteY34" fmla="*/ 3481880 h 3784177"/>
              <a:gd name="connsiteX35" fmla="*/ 4800711 w 8037833"/>
              <a:gd name="connsiteY35" fmla="*/ 3501441 h 3784177"/>
              <a:gd name="connsiteX36" fmla="*/ 4761569 w 8037833"/>
              <a:gd name="connsiteY36" fmla="*/ 3538103 h 3784177"/>
              <a:gd name="connsiteX37" fmla="*/ 4713734 w 8037833"/>
              <a:gd name="connsiteY37" fmla="*/ 3545724 h 3784177"/>
              <a:gd name="connsiteX38" fmla="*/ 4649120 w 8037833"/>
              <a:gd name="connsiteY38" fmla="*/ 3536392 h 3784177"/>
              <a:gd name="connsiteX39" fmla="*/ 4573578 w 8037833"/>
              <a:gd name="connsiteY39" fmla="*/ 3565923 h 3784177"/>
              <a:gd name="connsiteX40" fmla="*/ 4529117 w 8037833"/>
              <a:gd name="connsiteY40" fmla="*/ 3575592 h 3784177"/>
              <a:gd name="connsiteX41" fmla="*/ 4408641 w 8037833"/>
              <a:gd name="connsiteY41" fmla="*/ 3610000 h 3784177"/>
              <a:gd name="connsiteX42" fmla="*/ 4356402 w 8037833"/>
              <a:gd name="connsiteY42" fmla="*/ 3642792 h 3784177"/>
              <a:gd name="connsiteX43" fmla="*/ 4270245 w 8037833"/>
              <a:gd name="connsiteY43" fmla="*/ 3665789 h 3784177"/>
              <a:gd name="connsiteX44" fmla="*/ 4208725 w 8037833"/>
              <a:gd name="connsiteY44" fmla="*/ 3678132 h 3784177"/>
              <a:gd name="connsiteX45" fmla="*/ 4191289 w 8037833"/>
              <a:gd name="connsiteY45" fmla="*/ 3702380 h 3784177"/>
              <a:gd name="connsiteX46" fmla="*/ 4191039 w 8037833"/>
              <a:gd name="connsiteY46" fmla="*/ 3702831 h 3784177"/>
              <a:gd name="connsiteX47" fmla="*/ 4153651 w 8037833"/>
              <a:gd name="connsiteY47" fmla="*/ 3706181 h 3784177"/>
              <a:gd name="connsiteX48" fmla="*/ 4071732 w 8037833"/>
              <a:gd name="connsiteY48" fmla="*/ 3732513 h 3784177"/>
              <a:gd name="connsiteX49" fmla="*/ 4045924 w 8037833"/>
              <a:gd name="connsiteY49" fmla="*/ 3739404 h 3784177"/>
              <a:gd name="connsiteX50" fmla="*/ 4032171 w 8037833"/>
              <a:gd name="connsiteY50" fmla="*/ 3745523 h 3784177"/>
              <a:gd name="connsiteX51" fmla="*/ 4011556 w 8037833"/>
              <a:gd name="connsiteY51" fmla="*/ 3729673 h 3784177"/>
              <a:gd name="connsiteX52" fmla="*/ 3985774 w 8037833"/>
              <a:gd name="connsiteY52" fmla="*/ 3736547 h 3784177"/>
              <a:gd name="connsiteX53" fmla="*/ 3979769 w 8037833"/>
              <a:gd name="connsiteY53" fmla="*/ 3738769 h 3784177"/>
              <a:gd name="connsiteX54" fmla="*/ 3934671 w 8037833"/>
              <a:gd name="connsiteY54" fmla="*/ 3723339 h 3784177"/>
              <a:gd name="connsiteX55" fmla="*/ 3930274 w 8037833"/>
              <a:gd name="connsiteY55" fmla="*/ 3717148 h 3784177"/>
              <a:gd name="connsiteX56" fmla="*/ 3907660 w 8037833"/>
              <a:gd name="connsiteY56" fmla="*/ 3714456 h 3784177"/>
              <a:gd name="connsiteX57" fmla="*/ 3905087 w 8037833"/>
              <a:gd name="connsiteY57" fmla="*/ 3716098 h 3784177"/>
              <a:gd name="connsiteX58" fmla="*/ 3886347 w 8037833"/>
              <a:gd name="connsiteY58" fmla="*/ 3706620 h 3784177"/>
              <a:gd name="connsiteX59" fmla="*/ 3811197 w 8037833"/>
              <a:gd name="connsiteY59" fmla="*/ 3689905 h 3784177"/>
              <a:gd name="connsiteX60" fmla="*/ 3666696 w 8037833"/>
              <a:gd name="connsiteY60" fmla="*/ 3681132 h 3784177"/>
              <a:gd name="connsiteX61" fmla="*/ 3516210 w 8037833"/>
              <a:gd name="connsiteY61" fmla="*/ 3656091 h 3784177"/>
              <a:gd name="connsiteX62" fmla="*/ 3373519 w 8037833"/>
              <a:gd name="connsiteY62" fmla="*/ 3665785 h 3784177"/>
              <a:gd name="connsiteX63" fmla="*/ 3114267 w 8037833"/>
              <a:gd name="connsiteY63" fmla="*/ 3638983 h 3784177"/>
              <a:gd name="connsiteX64" fmla="*/ 3025324 w 8037833"/>
              <a:gd name="connsiteY64" fmla="*/ 3636584 h 3784177"/>
              <a:gd name="connsiteX65" fmla="*/ 2965734 w 8037833"/>
              <a:gd name="connsiteY65" fmla="*/ 3635676 h 3784177"/>
              <a:gd name="connsiteX66" fmla="*/ 2961603 w 8037833"/>
              <a:gd name="connsiteY66" fmla="*/ 3638221 h 3784177"/>
              <a:gd name="connsiteX67" fmla="*/ 2944959 w 8037833"/>
              <a:gd name="connsiteY67" fmla="*/ 3639723 h 3784177"/>
              <a:gd name="connsiteX68" fmla="*/ 2940402 w 8037833"/>
              <a:gd name="connsiteY68" fmla="*/ 3651000 h 3784177"/>
              <a:gd name="connsiteX69" fmla="*/ 2884777 w 8037833"/>
              <a:gd name="connsiteY69" fmla="*/ 3660775 h 3784177"/>
              <a:gd name="connsiteX70" fmla="*/ 2750902 w 8037833"/>
              <a:gd name="connsiteY70" fmla="*/ 3665203 h 3784177"/>
              <a:gd name="connsiteX71" fmla="*/ 2651827 w 8037833"/>
              <a:gd name="connsiteY71" fmla="*/ 3646306 h 3784177"/>
              <a:gd name="connsiteX72" fmla="*/ 2618680 w 8037833"/>
              <a:gd name="connsiteY72" fmla="*/ 3656755 h 3784177"/>
              <a:gd name="connsiteX73" fmla="*/ 2572404 w 8037833"/>
              <a:gd name="connsiteY73" fmla="*/ 3664043 h 3784177"/>
              <a:gd name="connsiteX74" fmla="*/ 2423704 w 8037833"/>
              <a:gd name="connsiteY74" fmla="*/ 3658079 h 3784177"/>
              <a:gd name="connsiteX75" fmla="*/ 2301172 w 8037833"/>
              <a:gd name="connsiteY75" fmla="*/ 3663053 h 3784177"/>
              <a:gd name="connsiteX76" fmla="*/ 2231055 w 8037833"/>
              <a:gd name="connsiteY76" fmla="*/ 3673230 h 3784177"/>
              <a:gd name="connsiteX77" fmla="*/ 2082844 w 8037833"/>
              <a:gd name="connsiteY77" fmla="*/ 3645349 h 3784177"/>
              <a:gd name="connsiteX78" fmla="*/ 1938480 w 8037833"/>
              <a:gd name="connsiteY78" fmla="*/ 3632600 h 3784177"/>
              <a:gd name="connsiteX79" fmla="*/ 1860608 w 8037833"/>
              <a:gd name="connsiteY79" fmla="*/ 3618261 h 3784177"/>
              <a:gd name="connsiteX80" fmla="*/ 1704758 w 8037833"/>
              <a:gd name="connsiteY80" fmla="*/ 3637625 h 3784177"/>
              <a:gd name="connsiteX81" fmla="*/ 1664576 w 8037833"/>
              <a:gd name="connsiteY81" fmla="*/ 3638572 h 3784177"/>
              <a:gd name="connsiteX82" fmla="*/ 1577459 w 8037833"/>
              <a:gd name="connsiteY82" fmla="*/ 3658824 h 3784177"/>
              <a:gd name="connsiteX83" fmla="*/ 1527269 w 8037833"/>
              <a:gd name="connsiteY83" fmla="*/ 3663088 h 3784177"/>
              <a:gd name="connsiteX84" fmla="*/ 1390118 w 8037833"/>
              <a:gd name="connsiteY84" fmla="*/ 3682789 h 3784177"/>
              <a:gd name="connsiteX85" fmla="*/ 1268521 w 8037833"/>
              <a:gd name="connsiteY85" fmla="*/ 3713114 h 3784177"/>
              <a:gd name="connsiteX86" fmla="*/ 1186863 w 8037833"/>
              <a:gd name="connsiteY86" fmla="*/ 3736384 h 3784177"/>
              <a:gd name="connsiteX87" fmla="*/ 1073929 w 8037833"/>
              <a:gd name="connsiteY87" fmla="*/ 3776166 h 3784177"/>
              <a:gd name="connsiteX88" fmla="*/ 1039167 w 8037833"/>
              <a:gd name="connsiteY88" fmla="*/ 3784177 h 3784177"/>
              <a:gd name="connsiteX89" fmla="*/ 989223 w 8037833"/>
              <a:gd name="connsiteY89" fmla="*/ 3770303 h 3784177"/>
              <a:gd name="connsiteX90" fmla="*/ 907906 w 8037833"/>
              <a:gd name="connsiteY90" fmla="*/ 3757678 h 3784177"/>
              <a:gd name="connsiteX91" fmla="*/ 833137 w 8037833"/>
              <a:gd name="connsiteY91" fmla="*/ 3744175 h 3784177"/>
              <a:gd name="connsiteX92" fmla="*/ 742042 w 8037833"/>
              <a:gd name="connsiteY92" fmla="*/ 3747612 h 3784177"/>
              <a:gd name="connsiteX93" fmla="*/ 659460 w 8037833"/>
              <a:gd name="connsiteY93" fmla="*/ 3740429 h 3784177"/>
              <a:gd name="connsiteX94" fmla="*/ 556552 w 8037833"/>
              <a:gd name="connsiteY94" fmla="*/ 3739124 h 3784177"/>
              <a:gd name="connsiteX95" fmla="*/ 385384 w 8037833"/>
              <a:gd name="connsiteY95" fmla="*/ 3726388 h 3784177"/>
              <a:gd name="connsiteX96" fmla="*/ 339711 w 8037833"/>
              <a:gd name="connsiteY96" fmla="*/ 3718242 h 3784177"/>
              <a:gd name="connsiteX97" fmla="*/ 222239 w 8037833"/>
              <a:gd name="connsiteY97" fmla="*/ 3672335 h 3784177"/>
              <a:gd name="connsiteX98" fmla="*/ 163578 w 8037833"/>
              <a:gd name="connsiteY98" fmla="*/ 3656292 h 3784177"/>
              <a:gd name="connsiteX99" fmla="*/ 72220 w 8037833"/>
              <a:gd name="connsiteY99" fmla="*/ 3645272 h 3784177"/>
              <a:gd name="connsiteX100" fmla="*/ 44395 w 8037833"/>
              <a:gd name="connsiteY100" fmla="*/ 3639455 h 3784177"/>
              <a:gd name="connsiteX101" fmla="*/ 1962 w 8037833"/>
              <a:gd name="connsiteY101" fmla="*/ 3635948 h 3784177"/>
              <a:gd name="connsiteX102" fmla="*/ 0 w 8037833"/>
              <a:gd name="connsiteY102" fmla="*/ 3635261 h 3784177"/>
              <a:gd name="connsiteX103" fmla="*/ 0 w 8037833"/>
              <a:gd name="connsiteY103" fmla="*/ 12763 h 3784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8037833" h="3784177">
                <a:moveTo>
                  <a:pt x="0" y="12763"/>
                </a:moveTo>
                <a:lnTo>
                  <a:pt x="8037833" y="0"/>
                </a:lnTo>
                <a:lnTo>
                  <a:pt x="8037833" y="3123098"/>
                </a:lnTo>
                <a:lnTo>
                  <a:pt x="8034343" y="3122573"/>
                </a:lnTo>
                <a:cubicBezTo>
                  <a:pt x="7983474" y="3121603"/>
                  <a:pt x="7950774" y="3135358"/>
                  <a:pt x="7873273" y="3143820"/>
                </a:cubicBezTo>
                <a:cubicBezTo>
                  <a:pt x="7815955" y="3157300"/>
                  <a:pt x="7736505" y="3157529"/>
                  <a:pt x="7725050" y="3176697"/>
                </a:cubicBezTo>
                <a:cubicBezTo>
                  <a:pt x="7648512" y="3193606"/>
                  <a:pt x="7643300" y="3178029"/>
                  <a:pt x="7576893" y="3201588"/>
                </a:cubicBezTo>
                <a:cubicBezTo>
                  <a:pt x="7520245" y="3242172"/>
                  <a:pt x="7469878" y="3228579"/>
                  <a:pt x="7394769" y="3276296"/>
                </a:cubicBezTo>
                <a:cubicBezTo>
                  <a:pt x="7357768" y="3274736"/>
                  <a:pt x="7328904" y="3286613"/>
                  <a:pt x="7293055" y="3276425"/>
                </a:cubicBezTo>
                <a:cubicBezTo>
                  <a:pt x="7277199" y="3267084"/>
                  <a:pt x="7243628" y="3294904"/>
                  <a:pt x="7225028" y="3269266"/>
                </a:cubicBezTo>
                <a:cubicBezTo>
                  <a:pt x="7223645" y="3287895"/>
                  <a:pt x="7188542" y="3271541"/>
                  <a:pt x="7180777" y="3262890"/>
                </a:cubicBezTo>
                <a:cubicBezTo>
                  <a:pt x="7171770" y="3271019"/>
                  <a:pt x="7156637" y="3256184"/>
                  <a:pt x="7146896" y="3256975"/>
                </a:cubicBezTo>
                <a:cubicBezTo>
                  <a:pt x="7127629" y="3216232"/>
                  <a:pt x="7125488" y="3280164"/>
                  <a:pt x="7101771" y="3257015"/>
                </a:cubicBezTo>
                <a:cubicBezTo>
                  <a:pt x="7091351" y="3270846"/>
                  <a:pt x="7056023" y="3300186"/>
                  <a:pt x="7028065" y="3312694"/>
                </a:cubicBezTo>
                <a:cubicBezTo>
                  <a:pt x="6973069" y="3340015"/>
                  <a:pt x="6969266" y="3372516"/>
                  <a:pt x="6912506" y="3361478"/>
                </a:cubicBezTo>
                <a:cubicBezTo>
                  <a:pt x="6904521" y="3387853"/>
                  <a:pt x="6807293" y="3321424"/>
                  <a:pt x="6819463" y="3368624"/>
                </a:cubicBezTo>
                <a:cubicBezTo>
                  <a:pt x="6800520" y="3366318"/>
                  <a:pt x="6786640" y="3347534"/>
                  <a:pt x="6797198" y="3378256"/>
                </a:cubicBezTo>
                <a:lnTo>
                  <a:pt x="6687784" y="3376132"/>
                </a:lnTo>
                <a:cubicBezTo>
                  <a:pt x="6627134" y="3384700"/>
                  <a:pt x="6589262" y="3407309"/>
                  <a:pt x="6526982" y="3395855"/>
                </a:cubicBezTo>
                <a:cubicBezTo>
                  <a:pt x="6465982" y="3394483"/>
                  <a:pt x="6435204" y="3374346"/>
                  <a:pt x="6352283" y="3374762"/>
                </a:cubicBezTo>
                <a:cubicBezTo>
                  <a:pt x="6293888" y="3372097"/>
                  <a:pt x="6210346" y="3356471"/>
                  <a:pt x="6151276" y="3366439"/>
                </a:cubicBezTo>
                <a:cubicBezTo>
                  <a:pt x="6080563" y="3342600"/>
                  <a:pt x="6098061" y="3372084"/>
                  <a:pt x="6022263" y="3359057"/>
                </a:cubicBezTo>
                <a:cubicBezTo>
                  <a:pt x="5989123" y="3410585"/>
                  <a:pt x="5931322" y="3384912"/>
                  <a:pt x="5891274" y="3397681"/>
                </a:cubicBezTo>
                <a:cubicBezTo>
                  <a:pt x="5845239" y="3408862"/>
                  <a:pt x="5792317" y="3420977"/>
                  <a:pt x="5746050" y="3426142"/>
                </a:cubicBezTo>
                <a:cubicBezTo>
                  <a:pt x="5709404" y="3402923"/>
                  <a:pt x="5659139" y="3459917"/>
                  <a:pt x="5613670" y="3428671"/>
                </a:cubicBezTo>
                <a:cubicBezTo>
                  <a:pt x="5596941" y="3421144"/>
                  <a:pt x="5545141" y="3422095"/>
                  <a:pt x="5535334" y="3437044"/>
                </a:cubicBezTo>
                <a:cubicBezTo>
                  <a:pt x="5524532" y="3440286"/>
                  <a:pt x="5511933" y="3434991"/>
                  <a:pt x="5506940" y="3450999"/>
                </a:cubicBezTo>
                <a:cubicBezTo>
                  <a:pt x="5498692" y="3470265"/>
                  <a:pt x="5461008" y="3440518"/>
                  <a:pt x="5466372" y="3463245"/>
                </a:cubicBezTo>
                <a:cubicBezTo>
                  <a:pt x="5439614" y="3442862"/>
                  <a:pt x="5418331" y="3483220"/>
                  <a:pt x="5395833" y="3493194"/>
                </a:cubicBezTo>
                <a:cubicBezTo>
                  <a:pt x="5374758" y="3472971"/>
                  <a:pt x="5354436" y="3500114"/>
                  <a:pt x="5305325" y="3505200"/>
                </a:cubicBezTo>
                <a:cubicBezTo>
                  <a:pt x="5282149" y="3481812"/>
                  <a:pt x="5266154" y="3522676"/>
                  <a:pt x="5223043" y="3491664"/>
                </a:cubicBezTo>
                <a:cubicBezTo>
                  <a:pt x="5200154" y="3491478"/>
                  <a:pt x="5207329" y="3491346"/>
                  <a:pt x="5167992" y="3486279"/>
                </a:cubicBezTo>
                <a:cubicBezTo>
                  <a:pt x="5107971" y="3480838"/>
                  <a:pt x="5089784" y="3489924"/>
                  <a:pt x="5034489" y="3483520"/>
                </a:cubicBezTo>
                <a:cubicBezTo>
                  <a:pt x="4972450" y="3481234"/>
                  <a:pt x="4971120" y="3508066"/>
                  <a:pt x="4890003" y="3469874"/>
                </a:cubicBezTo>
                <a:cubicBezTo>
                  <a:pt x="4883619" y="3488080"/>
                  <a:pt x="4873972" y="3489465"/>
                  <a:pt x="4856654" y="3481880"/>
                </a:cubicBezTo>
                <a:cubicBezTo>
                  <a:pt x="4826649" y="3482096"/>
                  <a:pt x="4833746" y="3526606"/>
                  <a:pt x="4800711" y="3501441"/>
                </a:cubicBezTo>
                <a:cubicBezTo>
                  <a:pt x="4808694" y="3525119"/>
                  <a:pt x="4745093" y="3513953"/>
                  <a:pt x="4761569" y="3538103"/>
                </a:cubicBezTo>
                <a:cubicBezTo>
                  <a:pt x="4744478" y="3561060"/>
                  <a:pt x="4730992" y="3525632"/>
                  <a:pt x="4713734" y="3545724"/>
                </a:cubicBezTo>
                <a:cubicBezTo>
                  <a:pt x="4694993" y="3545439"/>
                  <a:pt x="4672479" y="3533026"/>
                  <a:pt x="4649120" y="3536392"/>
                </a:cubicBezTo>
                <a:cubicBezTo>
                  <a:pt x="4617081" y="3524764"/>
                  <a:pt x="4613909" y="3550370"/>
                  <a:pt x="4573578" y="3565923"/>
                </a:cubicBezTo>
                <a:cubicBezTo>
                  <a:pt x="4554559" y="3553131"/>
                  <a:pt x="4541305" y="3561025"/>
                  <a:pt x="4529117" y="3575592"/>
                </a:cubicBezTo>
                <a:cubicBezTo>
                  <a:pt x="4488096" y="3574977"/>
                  <a:pt x="4453361" y="3598310"/>
                  <a:pt x="4408641" y="3610000"/>
                </a:cubicBezTo>
                <a:cubicBezTo>
                  <a:pt x="4359520" y="3631497"/>
                  <a:pt x="4386585" y="3626629"/>
                  <a:pt x="4356402" y="3642792"/>
                </a:cubicBezTo>
                <a:lnTo>
                  <a:pt x="4270245" y="3665789"/>
                </a:lnTo>
                <a:lnTo>
                  <a:pt x="4208725" y="3678132"/>
                </a:lnTo>
                <a:lnTo>
                  <a:pt x="4191289" y="3702380"/>
                </a:lnTo>
                <a:lnTo>
                  <a:pt x="4191039" y="3702831"/>
                </a:lnTo>
                <a:lnTo>
                  <a:pt x="4153651" y="3706181"/>
                </a:lnTo>
                <a:cubicBezTo>
                  <a:pt x="4133767" y="3711128"/>
                  <a:pt x="4094301" y="3726234"/>
                  <a:pt x="4071732" y="3732513"/>
                </a:cubicBezTo>
                <a:cubicBezTo>
                  <a:pt x="4051251" y="3727949"/>
                  <a:pt x="4038650" y="3707633"/>
                  <a:pt x="4045924" y="3739404"/>
                </a:cubicBezTo>
                <a:cubicBezTo>
                  <a:pt x="4039196" y="3738807"/>
                  <a:pt x="4035086" y="3741389"/>
                  <a:pt x="4032171" y="3745523"/>
                </a:cubicBezTo>
                <a:lnTo>
                  <a:pt x="4011556" y="3729673"/>
                </a:lnTo>
                <a:lnTo>
                  <a:pt x="3985774" y="3736547"/>
                </a:lnTo>
                <a:lnTo>
                  <a:pt x="3979769" y="3738769"/>
                </a:lnTo>
                <a:lnTo>
                  <a:pt x="3934671" y="3723339"/>
                </a:lnTo>
                <a:lnTo>
                  <a:pt x="3930274" y="3717148"/>
                </a:lnTo>
                <a:cubicBezTo>
                  <a:pt x="3925557" y="3713336"/>
                  <a:pt x="3918845" y="3711571"/>
                  <a:pt x="3907660" y="3714456"/>
                </a:cubicBezTo>
                <a:lnTo>
                  <a:pt x="3905087" y="3716098"/>
                </a:lnTo>
                <a:lnTo>
                  <a:pt x="3886347" y="3706620"/>
                </a:lnTo>
                <a:cubicBezTo>
                  <a:pt x="3880298" y="3702306"/>
                  <a:pt x="3815582" y="3696877"/>
                  <a:pt x="3811197" y="3689905"/>
                </a:cubicBezTo>
                <a:cubicBezTo>
                  <a:pt x="3740331" y="3707163"/>
                  <a:pt x="3735452" y="3676537"/>
                  <a:pt x="3666696" y="3681132"/>
                </a:cubicBezTo>
                <a:cubicBezTo>
                  <a:pt x="3607148" y="3634465"/>
                  <a:pt x="3569589" y="3662889"/>
                  <a:pt x="3516210" y="3656091"/>
                </a:cubicBezTo>
                <a:cubicBezTo>
                  <a:pt x="3465369" y="3651308"/>
                  <a:pt x="3441828" y="3666410"/>
                  <a:pt x="3373519" y="3665785"/>
                </a:cubicBezTo>
                <a:cubicBezTo>
                  <a:pt x="3301144" y="3655607"/>
                  <a:pt x="3195679" y="3661016"/>
                  <a:pt x="3114267" y="3638983"/>
                </a:cubicBezTo>
                <a:cubicBezTo>
                  <a:pt x="3050301" y="3631891"/>
                  <a:pt x="3050080" y="3637135"/>
                  <a:pt x="3025324" y="3636584"/>
                </a:cubicBezTo>
                <a:cubicBezTo>
                  <a:pt x="3017092" y="3639607"/>
                  <a:pt x="2973615" y="3630768"/>
                  <a:pt x="2965734" y="3635676"/>
                </a:cubicBezTo>
                <a:lnTo>
                  <a:pt x="2961603" y="3638221"/>
                </a:lnTo>
                <a:lnTo>
                  <a:pt x="2944959" y="3639723"/>
                </a:lnTo>
                <a:lnTo>
                  <a:pt x="2940402" y="3651000"/>
                </a:lnTo>
                <a:lnTo>
                  <a:pt x="2884777" y="3660775"/>
                </a:lnTo>
                <a:cubicBezTo>
                  <a:pt x="2847798" y="3633323"/>
                  <a:pt x="2816224" y="3666073"/>
                  <a:pt x="2750902" y="3665203"/>
                </a:cubicBezTo>
                <a:cubicBezTo>
                  <a:pt x="2733591" y="3655721"/>
                  <a:pt x="2664700" y="3632640"/>
                  <a:pt x="2651827" y="3646306"/>
                </a:cubicBezTo>
                <a:cubicBezTo>
                  <a:pt x="2639507" y="3648229"/>
                  <a:pt x="2626416" y="3641459"/>
                  <a:pt x="2618680" y="3656755"/>
                </a:cubicBezTo>
                <a:cubicBezTo>
                  <a:pt x="2606912" y="3674893"/>
                  <a:pt x="2569710" y="3640834"/>
                  <a:pt x="2572404" y="3664043"/>
                </a:cubicBezTo>
                <a:cubicBezTo>
                  <a:pt x="2539908" y="3664264"/>
                  <a:pt x="2468909" y="3658244"/>
                  <a:pt x="2423704" y="3658079"/>
                </a:cubicBezTo>
                <a:cubicBezTo>
                  <a:pt x="2401541" y="3632076"/>
                  <a:pt x="2336245" y="3667858"/>
                  <a:pt x="2301172" y="3663053"/>
                </a:cubicBezTo>
                <a:cubicBezTo>
                  <a:pt x="2270382" y="3664836"/>
                  <a:pt x="2267443" y="3678406"/>
                  <a:pt x="2231055" y="3673230"/>
                </a:cubicBezTo>
                <a:cubicBezTo>
                  <a:pt x="2166181" y="3668829"/>
                  <a:pt x="2142671" y="3658345"/>
                  <a:pt x="2082844" y="3645349"/>
                </a:cubicBezTo>
                <a:cubicBezTo>
                  <a:pt x="2015031" y="3635633"/>
                  <a:pt x="2014280" y="3649098"/>
                  <a:pt x="1938480" y="3632600"/>
                </a:cubicBezTo>
                <a:cubicBezTo>
                  <a:pt x="1920997" y="3627656"/>
                  <a:pt x="1878559" y="3627872"/>
                  <a:pt x="1860608" y="3618261"/>
                </a:cubicBezTo>
                <a:cubicBezTo>
                  <a:pt x="1835500" y="3623550"/>
                  <a:pt x="1732415" y="3629919"/>
                  <a:pt x="1704758" y="3637625"/>
                </a:cubicBezTo>
                <a:cubicBezTo>
                  <a:pt x="1665493" y="3642494"/>
                  <a:pt x="1699638" y="3634297"/>
                  <a:pt x="1664576" y="3638572"/>
                </a:cubicBezTo>
                <a:cubicBezTo>
                  <a:pt x="1631025" y="3623179"/>
                  <a:pt x="1623938" y="3648223"/>
                  <a:pt x="1577459" y="3658824"/>
                </a:cubicBezTo>
                <a:cubicBezTo>
                  <a:pt x="1558372" y="3643840"/>
                  <a:pt x="1542705" y="3650086"/>
                  <a:pt x="1527269" y="3663088"/>
                </a:cubicBezTo>
                <a:cubicBezTo>
                  <a:pt x="1482304" y="3657554"/>
                  <a:pt x="1440875" y="3676551"/>
                  <a:pt x="1390118" y="3682789"/>
                </a:cubicBezTo>
                <a:cubicBezTo>
                  <a:pt x="1335668" y="3664499"/>
                  <a:pt x="1322763" y="3706607"/>
                  <a:pt x="1268521" y="3713114"/>
                </a:cubicBezTo>
                <a:cubicBezTo>
                  <a:pt x="1221719" y="3743578"/>
                  <a:pt x="1232376" y="3739345"/>
                  <a:pt x="1186863" y="3736384"/>
                </a:cubicBezTo>
                <a:cubicBezTo>
                  <a:pt x="1144916" y="3732620"/>
                  <a:pt x="1160518" y="3788811"/>
                  <a:pt x="1073929" y="3776166"/>
                </a:cubicBezTo>
                <a:cubicBezTo>
                  <a:pt x="1067541" y="3770370"/>
                  <a:pt x="1037785" y="3776256"/>
                  <a:pt x="1039167" y="3784177"/>
                </a:cubicBezTo>
                <a:cubicBezTo>
                  <a:pt x="1031939" y="3781717"/>
                  <a:pt x="991014" y="3757614"/>
                  <a:pt x="989223" y="3770303"/>
                </a:cubicBezTo>
                <a:cubicBezTo>
                  <a:pt x="952800" y="3771798"/>
                  <a:pt x="940354" y="3773288"/>
                  <a:pt x="907906" y="3757678"/>
                </a:cubicBezTo>
                <a:cubicBezTo>
                  <a:pt x="889095" y="3752752"/>
                  <a:pt x="883898" y="3755894"/>
                  <a:pt x="833137" y="3744175"/>
                </a:cubicBezTo>
                <a:cubicBezTo>
                  <a:pt x="796341" y="3755808"/>
                  <a:pt x="789110" y="3730978"/>
                  <a:pt x="742042" y="3747612"/>
                </a:cubicBezTo>
                <a:cubicBezTo>
                  <a:pt x="717806" y="3746591"/>
                  <a:pt x="677954" y="3751976"/>
                  <a:pt x="659460" y="3740429"/>
                </a:cubicBezTo>
                <a:cubicBezTo>
                  <a:pt x="630609" y="3788461"/>
                  <a:pt x="587162" y="3738081"/>
                  <a:pt x="556552" y="3739124"/>
                </a:cubicBezTo>
                <a:cubicBezTo>
                  <a:pt x="512191" y="3741235"/>
                  <a:pt x="421524" y="3729868"/>
                  <a:pt x="385384" y="3726388"/>
                </a:cubicBezTo>
                <a:cubicBezTo>
                  <a:pt x="371829" y="3727776"/>
                  <a:pt x="368220" y="3731702"/>
                  <a:pt x="339711" y="3718242"/>
                </a:cubicBezTo>
                <a:cubicBezTo>
                  <a:pt x="302559" y="3699664"/>
                  <a:pt x="266533" y="3688299"/>
                  <a:pt x="222239" y="3672335"/>
                </a:cubicBezTo>
                <a:cubicBezTo>
                  <a:pt x="210647" y="3639657"/>
                  <a:pt x="164789" y="3691878"/>
                  <a:pt x="163578" y="3656292"/>
                </a:cubicBezTo>
                <a:cubicBezTo>
                  <a:pt x="143579" y="3679822"/>
                  <a:pt x="105972" y="3643221"/>
                  <a:pt x="72220" y="3645272"/>
                </a:cubicBezTo>
                <a:cubicBezTo>
                  <a:pt x="65331" y="3629421"/>
                  <a:pt x="57584" y="3630437"/>
                  <a:pt x="44395" y="3639455"/>
                </a:cubicBezTo>
                <a:cubicBezTo>
                  <a:pt x="30887" y="3640873"/>
                  <a:pt x="16617" y="3639423"/>
                  <a:pt x="1962" y="3635948"/>
                </a:cubicBezTo>
                <a:lnTo>
                  <a:pt x="0" y="3635261"/>
                </a:lnTo>
                <a:lnTo>
                  <a:pt x="0" y="1276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AC831-ECAE-0A8F-2BAA-4D1AD890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7924" y="1960280"/>
            <a:ext cx="7127248" cy="2151645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tx1">
                    <a:lumMod val="85000"/>
                    <a:lumOff val="15000"/>
                  </a:schemeClr>
                </a:solidFill>
              </a:rPr>
              <a:t>Free Space Management in Operating System</a:t>
            </a:r>
            <a:br>
              <a:rPr lang="en-US" sz="4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IN" sz="4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AA9F379-605C-48FC-AA29-73D66713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900998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79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5C55F-2BBD-2C5A-1F35-D11977BC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Free Space Management:</a:t>
            </a:r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6E77E-9E73-2E09-F6BE-DC675AB77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635761"/>
            <a:ext cx="9746333" cy="4116036"/>
          </a:xfrm>
        </p:spPr>
        <p:txBody>
          <a:bodyPr anchor="ctr">
            <a:normAutofit/>
          </a:bodyPr>
          <a:lstStyle/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Free space management is a process that tracks unallocated disk blocks to efficiently allocate memory for new files and reuse space from deleted files.</a:t>
            </a:r>
          </a:p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reuse the space released from deleting the files, a free space list is maintained.</a:t>
            </a:r>
          </a:p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free space list records which blocks are free to prevent overwriting existing files.</a:t>
            </a:r>
            <a:endParaRPr lang="en-IN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722A2-03D7-2AB5-6650-C998FB6F7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1178560"/>
            <a:ext cx="9543133" cy="4573237"/>
          </a:xfrm>
        </p:spPr>
        <p:txBody>
          <a:bodyPr anchor="ctr">
            <a:normAutofit/>
          </a:bodyPr>
          <a:lstStyle/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is not easy work for an operating system to allocate and de-allocate memory blocks (managing free space) simultaneously.</a:t>
            </a:r>
          </a:p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operating system uses various methods for adding free space and freeing up space after deleting a file.</a:t>
            </a:r>
          </a:p>
          <a:p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 are various methods using which a free space list can be implemented:-</a:t>
            </a:r>
          </a:p>
          <a:p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Bit vector or Bit map</a:t>
            </a:r>
          </a:p>
          <a:p>
            <a:pPr lvl="1"/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Linked List </a:t>
            </a:r>
          </a:p>
          <a:p>
            <a:pPr lvl="1"/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Grouping </a:t>
            </a:r>
          </a:p>
          <a:p>
            <a:pPr lvl="1"/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Counting</a:t>
            </a:r>
          </a:p>
          <a:p>
            <a:pPr marL="0" indent="0">
              <a:buNone/>
            </a:pPr>
            <a:endParaRPr lang="en-IN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2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7FD9E-E1BE-931B-3334-A4333627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Free Space Management: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A73712-68EE-0865-33B4-823F2265C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483360"/>
            <a:ext cx="12175963" cy="523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8FA6A5-55F0-5E80-AAAB-ADB678022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017" y="4907280"/>
            <a:ext cx="3896169" cy="117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1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C18D1-0489-F9A8-7570-AED19CED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Bit Vector or Bit Map: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A4A2D-1E97-2C70-B005-20B14611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Autofit/>
          </a:bodyPr>
          <a:lstStyle/>
          <a:p>
            <a:r>
              <a:rPr lang="en-US" sz="2200" dirty="0"/>
              <a:t>A bit vector is a most frequently used method to implement the free space list. A bit vector is also known as a </a:t>
            </a:r>
            <a:r>
              <a:rPr lang="en-US" sz="2200" b="1" dirty="0"/>
              <a:t>Bit map</a:t>
            </a:r>
            <a:r>
              <a:rPr lang="en-US" sz="2200" dirty="0"/>
              <a:t>. It is a series or collection of bits in which each bit represents a disk block. </a:t>
            </a:r>
          </a:p>
          <a:p>
            <a:pPr algn="just"/>
            <a:r>
              <a:rPr lang="en-US" sz="2200" dirty="0"/>
              <a:t>The values taken by the bits are either </a:t>
            </a:r>
            <a:r>
              <a:rPr lang="en-US" sz="2200" b="1" dirty="0"/>
              <a:t>1</a:t>
            </a:r>
            <a:r>
              <a:rPr lang="en-US" sz="2200" dirty="0"/>
              <a:t> or </a:t>
            </a:r>
            <a:r>
              <a:rPr lang="en-US" sz="2200" b="1" dirty="0"/>
              <a:t>0</a:t>
            </a:r>
            <a:r>
              <a:rPr lang="en-US" sz="2200" dirty="0"/>
              <a:t>. If the block bit is 1, it means the block is empty and if the block bit is 0, it means the block is not free. 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4E3621-2C2F-032E-CC18-83CB5990E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t="10317" b="33272"/>
          <a:stretch>
            <a:fillRect/>
          </a:stretch>
        </p:blipFill>
        <p:spPr>
          <a:xfrm>
            <a:off x="6719367" y="3354921"/>
            <a:ext cx="4788505" cy="14159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AutoShape 2" descr="Bitmap">
            <a:extLst>
              <a:ext uri="{FF2B5EF4-FFF2-40B4-BE49-F238E27FC236}">
                <a16:creationId xmlns:a16="http://schemas.microsoft.com/office/drawing/2014/main" id="{78183A8A-549F-6F29-D983-43D32A7FD5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4433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2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1C15B-096C-E0A5-F125-5009D6756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Linked List Method: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0211E-812C-4B3C-2402-87779F661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/>
              <a:t>In this approach, Free blocks are linked together in a list. Each free block stores the address of the next free block.</a:t>
            </a:r>
          </a:p>
          <a:p>
            <a:r>
              <a:rPr lang="en-US" sz="2000"/>
              <a:t>The list is maintained dynamically as blocks are allocated and freed.</a:t>
            </a:r>
            <a:endParaRPr lang="en-IN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3FC17-FA79-729D-1EF4-719CB9EE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2865745"/>
            <a:ext cx="4788505" cy="239425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8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F5428-8CCD-59A4-5E2B-99F8EF00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Grouping Method: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BE603-747B-DE5D-A574-6F20993B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3"/>
            <a:ext cx="4958966" cy="3889654"/>
          </a:xfrm>
        </p:spPr>
        <p:txBody>
          <a:bodyPr>
            <a:normAutofit/>
          </a:bodyPr>
          <a:lstStyle/>
          <a:p>
            <a:r>
              <a:rPr lang="en-US" sz="2200" dirty="0"/>
              <a:t>The grouping technique is also called the </a:t>
            </a:r>
            <a:r>
              <a:rPr lang="en-US" sz="2200" b="1" dirty="0"/>
              <a:t>"modification of a linked list technique"</a:t>
            </a:r>
            <a:r>
              <a:rPr lang="en-US" sz="2200" dirty="0"/>
              <a:t>. </a:t>
            </a:r>
          </a:p>
          <a:p>
            <a:r>
              <a:rPr lang="en-US" sz="2200" dirty="0"/>
              <a:t> In this method, first, the free block of memory contains the addresses of the </a:t>
            </a:r>
            <a:r>
              <a:rPr lang="en-US" sz="2200" b="1" dirty="0"/>
              <a:t>n-free</a:t>
            </a:r>
            <a:r>
              <a:rPr lang="en-US" sz="2200" dirty="0"/>
              <a:t> blocks. And the last free block of these </a:t>
            </a:r>
            <a:r>
              <a:rPr lang="en-US" sz="2200" b="1" dirty="0"/>
              <a:t>n</a:t>
            </a:r>
            <a:r>
              <a:rPr lang="en-US" sz="2200" dirty="0"/>
              <a:t> free blocks contains the addresses of the next </a:t>
            </a:r>
            <a:r>
              <a:rPr lang="en-US" sz="2200" b="1" dirty="0"/>
              <a:t>n</a:t>
            </a:r>
            <a:r>
              <a:rPr lang="en-US" sz="2200" dirty="0"/>
              <a:t> free block of memory and this keeps going on. 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6C4C6-6F90-D3E5-BEAC-1363AFA1D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7" t="9588" r="12331" b="26963"/>
          <a:stretch>
            <a:fillRect/>
          </a:stretch>
        </p:blipFill>
        <p:spPr>
          <a:xfrm>
            <a:off x="6719367" y="2506608"/>
            <a:ext cx="4788505" cy="3112527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AutoShape 2" descr="Grouping">
            <a:extLst>
              <a:ext uri="{FF2B5EF4-FFF2-40B4-BE49-F238E27FC236}">
                <a16:creationId xmlns:a16="http://schemas.microsoft.com/office/drawing/2014/main" id="{F92187B4-F479-CB76-D123-7BCFC6ABAE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416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63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A8F2C-5BCE-D6AE-C466-6D6B644A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Counting Method: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96AD-4943-32F7-ED43-82801C02E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0" y="2444031"/>
            <a:ext cx="5445760" cy="4375158"/>
          </a:xfrm>
        </p:spPr>
        <p:txBody>
          <a:bodyPr>
            <a:noAutofit/>
          </a:bodyPr>
          <a:lstStyle/>
          <a:p>
            <a:r>
              <a:rPr lang="en-US" sz="2200" dirty="0"/>
              <a:t> Creation of files occupy free blocks and deletion of file frees blocks. When there is an entry in the free space, it consists of two parameters- </a:t>
            </a:r>
            <a:r>
              <a:rPr lang="en-US" sz="2200" b="1" dirty="0"/>
              <a:t>"address of first free disk block (a pointer)"</a:t>
            </a:r>
            <a:r>
              <a:rPr lang="en-US" sz="2200" dirty="0"/>
              <a:t> and </a:t>
            </a:r>
            <a:r>
              <a:rPr lang="en-US" sz="2200" b="1" dirty="0"/>
              <a:t>"a number 'n'"</a:t>
            </a:r>
            <a:r>
              <a:rPr lang="en-US" sz="2200" dirty="0"/>
              <a:t>.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B95F7-222A-AB90-0014-4CB8839F9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061" y="2276647"/>
            <a:ext cx="5765115" cy="2882557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AutoShape 2" descr="Bitmap">
            <a:extLst>
              <a:ext uri="{FF2B5EF4-FFF2-40B4-BE49-F238E27FC236}">
                <a16:creationId xmlns:a16="http://schemas.microsoft.com/office/drawing/2014/main" id="{B0325768-E190-364D-E49E-FE998D4E44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24667" y="-42333"/>
            <a:ext cx="3623733" cy="362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67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6D3B-9FC4-202A-00BD-3C9F36E0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77918"/>
            <a:ext cx="12191999" cy="4076394"/>
          </a:xfrm>
        </p:spPr>
        <p:txBody>
          <a:bodyPr>
            <a:noAutofit/>
          </a:bodyPr>
          <a:lstStyle/>
          <a:p>
            <a:r>
              <a:rPr lang="en-US" sz="2000" b="1" dirty="0"/>
              <a:t>Advantages</a:t>
            </a:r>
          </a:p>
          <a:p>
            <a:r>
              <a:rPr lang="en-US" sz="2000" b="1" dirty="0"/>
              <a:t>Efficient Use of Storage Space:</a:t>
            </a:r>
            <a:r>
              <a:rPr lang="en-US" sz="2000" dirty="0"/>
              <a:t> These techniques ensure optimal utilization of available space on hard disks and other secondary storage devices, minimizing wastage.</a:t>
            </a:r>
          </a:p>
          <a:p>
            <a:r>
              <a:rPr lang="en-US" sz="2000" b="1" dirty="0"/>
              <a:t>Ease of Implementation:</a:t>
            </a:r>
            <a:r>
              <a:rPr lang="en-US" sz="2000" dirty="0"/>
              <a:t> Some methods, like linked allocation, are straightforward and require minimal overhead in terms of processing and memory resources.</a:t>
            </a:r>
          </a:p>
          <a:p>
            <a:r>
              <a:rPr lang="en-US" sz="2000" b="1" dirty="0"/>
              <a:t>Faster File Access:</a:t>
            </a:r>
            <a:r>
              <a:rPr lang="en-US" sz="2000" dirty="0"/>
              <a:t> Techniques such as contiguous allocation help in reducing disk fragmentation, leading to quicker access times for files and improved system performance.</a:t>
            </a:r>
          </a:p>
          <a:p>
            <a:endParaRPr lang="en-US" sz="2000" dirty="0"/>
          </a:p>
          <a:p>
            <a:r>
              <a:rPr lang="en-US" sz="2000" b="1" dirty="0"/>
              <a:t>Disadvantages</a:t>
            </a:r>
          </a:p>
          <a:p>
            <a:r>
              <a:rPr lang="en-US" sz="2000" b="1" dirty="0"/>
              <a:t>Fragmentation:</a:t>
            </a:r>
            <a:r>
              <a:rPr lang="en-US" sz="2000" dirty="0"/>
              <a:t> Certain techniques, particularly linked allocation, can lead to fragmentation of disk space, reducing the efficiency of storage operations.</a:t>
            </a:r>
          </a:p>
          <a:p>
            <a:r>
              <a:rPr lang="en-US" sz="2000" b="1" dirty="0"/>
              <a:t>Overhead:</a:t>
            </a:r>
            <a:r>
              <a:rPr lang="en-US" sz="2000" dirty="0"/>
              <a:t> Techniques like indexed allocation may introduce additional overhead, necessitating more memory and processing power to maintain structures like index blocks.</a:t>
            </a:r>
          </a:p>
          <a:p>
            <a:r>
              <a:rPr lang="en-US" sz="2000" b="1" dirty="0"/>
              <a:t>Limited Scalability:</a:t>
            </a:r>
            <a:r>
              <a:rPr lang="en-US" sz="2000" dirty="0"/>
              <a:t> Some methods, such as the File Allocation Table (FAT), may not scale well, limiting the number of files that can be efficiently managed on the disk.</a:t>
            </a:r>
          </a:p>
          <a:p>
            <a:r>
              <a:rPr lang="en-US" sz="2000" b="1" dirty="0"/>
              <a:t>Risk of Data Loss:</a:t>
            </a:r>
            <a:r>
              <a:rPr lang="en-US" sz="2000" dirty="0"/>
              <a:t> In methods like contiguous allocation, if a file becomes corrupted or damaged, it may be challenging to recover the entire data, leading to potential data loss.</a:t>
            </a:r>
          </a:p>
          <a:p>
            <a:endParaRPr lang="en-IN" sz="20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7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C0EC46-2230-4728-856D-F35311121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10905066" cy="5562249"/>
          </a:xfrm>
          <a:custGeom>
            <a:avLst/>
            <a:gdLst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8506 w 11243827"/>
              <a:gd name="connsiteY105" fmla="*/ 5632788 h 5641173"/>
              <a:gd name="connsiteX106" fmla="*/ 7912803 w 11243827"/>
              <a:gd name="connsiteY106" fmla="*/ 5629702 h 5641173"/>
              <a:gd name="connsiteX107" fmla="*/ 7890915 w 11243827"/>
              <a:gd name="connsiteY107" fmla="*/ 5612272 h 5641173"/>
              <a:gd name="connsiteX108" fmla="*/ 7727691 w 11243827"/>
              <a:gd name="connsiteY108" fmla="*/ 5621064 h 5641173"/>
              <a:gd name="connsiteX109" fmla="*/ 7685998 w 11243827"/>
              <a:gd name="connsiteY109" fmla="*/ 5615564 h 5641173"/>
              <a:gd name="connsiteX110" fmla="*/ 7649302 w 11243827"/>
              <a:gd name="connsiteY110" fmla="*/ 5626541 h 5641173"/>
              <a:gd name="connsiteX111" fmla="*/ 7634083 w 11243827"/>
              <a:gd name="connsiteY111" fmla="*/ 5620862 h 5641173"/>
              <a:gd name="connsiteX112" fmla="*/ 7631455 w 11243827"/>
              <a:gd name="connsiteY112" fmla="*/ 5619708 h 5641173"/>
              <a:gd name="connsiteX113" fmla="*/ 7620952 w 11243827"/>
              <a:gd name="connsiteY113" fmla="*/ 5618872 h 5641173"/>
              <a:gd name="connsiteX114" fmla="*/ 7617992 w 11243827"/>
              <a:gd name="connsiteY114" fmla="*/ 5613914 h 5641173"/>
              <a:gd name="connsiteX115" fmla="*/ 7602182 w 11243827"/>
              <a:gd name="connsiteY115" fmla="*/ 5609271 h 5641173"/>
              <a:gd name="connsiteX116" fmla="*/ 7582847 w 11243827"/>
              <a:gd name="connsiteY116" fmla="*/ 5609047 h 5641173"/>
              <a:gd name="connsiteX117" fmla="*/ 7514158 w 11243827"/>
              <a:gd name="connsiteY117" fmla="*/ 5607737 h 5641173"/>
              <a:gd name="connsiteX118" fmla="*/ 7502955 w 11243827"/>
              <a:gd name="connsiteY118" fmla="*/ 5610415 h 5641173"/>
              <a:gd name="connsiteX119" fmla="*/ 7466391 w 11243827"/>
              <a:gd name="connsiteY119" fmla="*/ 5605949 h 5641173"/>
              <a:gd name="connsiteX120" fmla="*/ 7433806 w 11243827"/>
              <a:gd name="connsiteY120" fmla="*/ 5604945 h 5641173"/>
              <a:gd name="connsiteX121" fmla="*/ 7412693 w 11243827"/>
              <a:gd name="connsiteY121" fmla="*/ 5607075 h 5641173"/>
              <a:gd name="connsiteX122" fmla="*/ 7407159 w 11243827"/>
              <a:gd name="connsiteY122" fmla="*/ 5605310 h 5641173"/>
              <a:gd name="connsiteX123" fmla="*/ 7385900 w 11243827"/>
              <a:gd name="connsiteY123" fmla="*/ 5604171 h 5641173"/>
              <a:gd name="connsiteX124" fmla="*/ 7375071 w 11243827"/>
              <a:gd name="connsiteY124" fmla="*/ 5606788 h 5641173"/>
              <a:gd name="connsiteX125" fmla="*/ 7364382 w 11243827"/>
              <a:gd name="connsiteY125" fmla="*/ 5600762 h 5641173"/>
              <a:gd name="connsiteX126" fmla="*/ 7361770 w 11243827"/>
              <a:gd name="connsiteY126" fmla="*/ 5596347 h 5641173"/>
              <a:gd name="connsiteX127" fmla="*/ 7346641 w 11243827"/>
              <a:gd name="connsiteY127" fmla="*/ 5598329 h 5641173"/>
              <a:gd name="connsiteX128" fmla="*/ 7334238 w 11243827"/>
              <a:gd name="connsiteY128" fmla="*/ 5594014 h 5641173"/>
              <a:gd name="connsiteX129" fmla="*/ 7323426 w 11243827"/>
              <a:gd name="connsiteY129" fmla="*/ 5596835 h 5641173"/>
              <a:gd name="connsiteX130" fmla="*/ 7318938 w 11243827"/>
              <a:gd name="connsiteY130" fmla="*/ 5596200 h 5641173"/>
              <a:gd name="connsiteX131" fmla="*/ 7307784 w 11243827"/>
              <a:gd name="connsiteY131" fmla="*/ 5594065 h 5641173"/>
              <a:gd name="connsiteX132" fmla="*/ 7288540 w 11243827"/>
              <a:gd name="connsiteY132" fmla="*/ 5589320 h 5641173"/>
              <a:gd name="connsiteX133" fmla="*/ 7282537 w 11243827"/>
              <a:gd name="connsiteY133" fmla="*/ 5588660 h 5641173"/>
              <a:gd name="connsiteX134" fmla="*/ 7269466 w 11243827"/>
              <a:gd name="connsiteY134" fmla="*/ 5581404 h 5641173"/>
              <a:gd name="connsiteX135" fmla="*/ 7244165 w 11243827"/>
              <a:gd name="connsiteY135" fmla="*/ 5575200 h 5641173"/>
              <a:gd name="connsiteX136" fmla="*/ 7199619 w 11243827"/>
              <a:gd name="connsiteY136" fmla="*/ 5553550 h 5641173"/>
              <a:gd name="connsiteX137" fmla="*/ 7173434 w 11243827"/>
              <a:gd name="connsiteY137" fmla="*/ 5543219 h 5641173"/>
              <a:gd name="connsiteX138" fmla="*/ 7155718 w 11243827"/>
              <a:gd name="connsiteY138" fmla="*/ 5533697 h 5641173"/>
              <a:gd name="connsiteX139" fmla="*/ 7103430 w 11243827"/>
              <a:gd name="connsiteY139" fmla="*/ 5520249 h 5641173"/>
              <a:gd name="connsiteX140" fmla="*/ 7013746 w 11243827"/>
              <a:gd name="connsiteY140" fmla="*/ 5502470 h 5641173"/>
              <a:gd name="connsiteX141" fmla="*/ 6995379 w 11243827"/>
              <a:gd name="connsiteY141" fmla="*/ 5497693 h 5641173"/>
              <a:gd name="connsiteX142" fmla="*/ 6982475 w 11243827"/>
              <a:gd name="connsiteY142" fmla="*/ 5489641 h 5641173"/>
              <a:gd name="connsiteX143" fmla="*/ 6981994 w 11243827"/>
              <a:gd name="connsiteY143" fmla="*/ 5484335 h 5641173"/>
              <a:gd name="connsiteX144" fmla="*/ 6972355 w 11243827"/>
              <a:gd name="connsiteY144" fmla="*/ 5481074 h 5641173"/>
              <a:gd name="connsiteX145" fmla="*/ 6970394 w 11243827"/>
              <a:gd name="connsiteY145" fmla="*/ 5479383 h 5641173"/>
              <a:gd name="connsiteX146" fmla="*/ 6958543 w 11243827"/>
              <a:gd name="connsiteY146" fmla="*/ 5470507 h 5641173"/>
              <a:gd name="connsiteX147" fmla="*/ 6918276 w 11243827"/>
              <a:gd name="connsiteY147" fmla="*/ 5472034 h 5641173"/>
              <a:gd name="connsiteX148" fmla="*/ 6881046 w 11243827"/>
              <a:gd name="connsiteY148" fmla="*/ 5457070 h 5641173"/>
              <a:gd name="connsiteX149" fmla="*/ 6720917 w 11243827"/>
              <a:gd name="connsiteY149" fmla="*/ 5426664 h 5641173"/>
              <a:gd name="connsiteX150" fmla="*/ 6724964 w 11243827"/>
              <a:gd name="connsiteY150" fmla="*/ 5414071 h 5641173"/>
              <a:gd name="connsiteX151" fmla="*/ 6717823 w 11243827"/>
              <a:gd name="connsiteY151" fmla="*/ 5410317 h 5641173"/>
              <a:gd name="connsiteX152" fmla="*/ 6660723 w 11243827"/>
              <a:gd name="connsiteY152" fmla="*/ 5408304 h 5641173"/>
              <a:gd name="connsiteX153" fmla="*/ 6532914 w 11243827"/>
              <a:gd name="connsiteY153" fmla="*/ 5431205 h 5641173"/>
              <a:gd name="connsiteX154" fmla="*/ 6317327 w 11243827"/>
              <a:gd name="connsiteY154" fmla="*/ 5481889 h 5641173"/>
              <a:gd name="connsiteX155" fmla="*/ 6196243 w 11243827"/>
              <a:gd name="connsiteY155" fmla="*/ 5515042 h 5641173"/>
              <a:gd name="connsiteX156" fmla="*/ 6099124 w 11243827"/>
              <a:gd name="connsiteY156" fmla="*/ 5516848 h 5641173"/>
              <a:gd name="connsiteX157" fmla="*/ 6016077 w 11243827"/>
              <a:gd name="connsiteY157" fmla="*/ 5528642 h 5641173"/>
              <a:gd name="connsiteX158" fmla="*/ 6004389 w 11243827"/>
              <a:gd name="connsiteY158" fmla="*/ 5531206 h 5641173"/>
              <a:gd name="connsiteX159" fmla="*/ 5933945 w 11243827"/>
              <a:gd name="connsiteY159" fmla="*/ 5538840 h 5641173"/>
              <a:gd name="connsiteX160" fmla="*/ 5883936 w 11243827"/>
              <a:gd name="connsiteY160" fmla="*/ 5553807 h 5641173"/>
              <a:gd name="connsiteX161" fmla="*/ 5798331 w 11243827"/>
              <a:gd name="connsiteY161" fmla="*/ 5564248 h 5641173"/>
              <a:gd name="connsiteX162" fmla="*/ 5712738 w 11243827"/>
              <a:gd name="connsiteY162" fmla="*/ 5573120 h 5641173"/>
              <a:gd name="connsiteX163" fmla="*/ 5681342 w 11243827"/>
              <a:gd name="connsiteY163" fmla="*/ 5575621 h 5641173"/>
              <a:gd name="connsiteX164" fmla="*/ 5627167 w 11243827"/>
              <a:gd name="connsiteY164" fmla="*/ 5583215 h 5641173"/>
              <a:gd name="connsiteX165" fmla="*/ 5591414 w 11243827"/>
              <a:gd name="connsiteY165" fmla="*/ 5587695 h 5641173"/>
              <a:gd name="connsiteX166" fmla="*/ 5583028 w 11243827"/>
              <a:gd name="connsiteY166" fmla="*/ 5580877 h 5641173"/>
              <a:gd name="connsiteX167" fmla="*/ 5549426 w 11243827"/>
              <a:gd name="connsiteY167" fmla="*/ 5582858 h 5641173"/>
              <a:gd name="connsiteX168" fmla="*/ 5519999 w 11243827"/>
              <a:gd name="connsiteY168" fmla="*/ 5592246 h 5641173"/>
              <a:gd name="connsiteX169" fmla="*/ 5480028 w 11243827"/>
              <a:gd name="connsiteY169" fmla="*/ 5597282 h 5641173"/>
              <a:gd name="connsiteX170" fmla="*/ 5456175 w 11243827"/>
              <a:gd name="connsiteY170" fmla="*/ 5600371 h 5641173"/>
              <a:gd name="connsiteX171" fmla="*/ 5388463 w 11243827"/>
              <a:gd name="connsiteY171" fmla="*/ 5602638 h 5641173"/>
              <a:gd name="connsiteX172" fmla="*/ 5265898 w 11243827"/>
              <a:gd name="connsiteY172" fmla="*/ 5591830 h 5641173"/>
              <a:gd name="connsiteX173" fmla="*/ 5231231 w 11243827"/>
              <a:gd name="connsiteY173" fmla="*/ 5592790 h 5641173"/>
              <a:gd name="connsiteX174" fmla="*/ 5226996 w 11243827"/>
              <a:gd name="connsiteY174" fmla="*/ 5595040 h 5641173"/>
              <a:gd name="connsiteX175" fmla="*/ 5175988 w 11243827"/>
              <a:gd name="connsiteY175" fmla="*/ 5588131 h 5641173"/>
              <a:gd name="connsiteX176" fmla="*/ 5107470 w 11243827"/>
              <a:gd name="connsiteY176" fmla="*/ 5594771 h 5641173"/>
              <a:gd name="connsiteX177" fmla="*/ 5027868 w 11243827"/>
              <a:gd name="connsiteY177" fmla="*/ 5605624 h 5641173"/>
              <a:gd name="connsiteX178" fmla="*/ 5007324 w 11243827"/>
              <a:gd name="connsiteY178" fmla="*/ 5609209 h 5641173"/>
              <a:gd name="connsiteX179" fmla="*/ 4952559 w 11243827"/>
              <a:gd name="connsiteY179" fmla="*/ 5611402 h 5641173"/>
              <a:gd name="connsiteX180" fmla="*/ 4826081 w 11243827"/>
              <a:gd name="connsiteY180" fmla="*/ 5616191 h 5641173"/>
              <a:gd name="connsiteX181" fmla="*/ 4823501 w 11243827"/>
              <a:gd name="connsiteY181" fmla="*/ 5619174 h 5641173"/>
              <a:gd name="connsiteX182" fmla="*/ 4813093 w 11243827"/>
              <a:gd name="connsiteY182" fmla="*/ 5620026 h 5641173"/>
              <a:gd name="connsiteX183" fmla="*/ 4810563 w 11243827"/>
              <a:gd name="connsiteY183" fmla="*/ 5620787 h 5641173"/>
              <a:gd name="connsiteX184" fmla="*/ 4795818 w 11243827"/>
              <a:gd name="connsiteY184" fmla="*/ 5624618 h 5641173"/>
              <a:gd name="connsiteX185" fmla="*/ 4758404 w 11243827"/>
              <a:gd name="connsiteY185" fmla="*/ 5619510 h 5641173"/>
              <a:gd name="connsiteX186" fmla="*/ 4717254 w 11243827"/>
              <a:gd name="connsiteY186" fmla="*/ 5624155 h 5641173"/>
              <a:gd name="connsiteX187" fmla="*/ 4591958 w 11243827"/>
              <a:gd name="connsiteY187" fmla="*/ 5624710 h 5641173"/>
              <a:gd name="connsiteX188" fmla="*/ 4476215 w 11243827"/>
              <a:gd name="connsiteY188" fmla="*/ 5628210 h 5641173"/>
              <a:gd name="connsiteX189" fmla="*/ 4425193 w 11243827"/>
              <a:gd name="connsiteY189" fmla="*/ 5627414 h 5641173"/>
              <a:gd name="connsiteX190" fmla="*/ 4383866 w 11243827"/>
              <a:gd name="connsiteY190" fmla="*/ 5626546 h 5641173"/>
              <a:gd name="connsiteX191" fmla="*/ 4385596 w 11243827"/>
              <a:gd name="connsiteY191" fmla="*/ 5634646 h 5641173"/>
              <a:gd name="connsiteX192" fmla="*/ 4360864 w 11243827"/>
              <a:gd name="connsiteY192" fmla="*/ 5641173 h 5641173"/>
              <a:gd name="connsiteX193" fmla="*/ 4328321 w 11243827"/>
              <a:gd name="connsiteY193" fmla="*/ 5626332 h 5641173"/>
              <a:gd name="connsiteX194" fmla="*/ 4309842 w 11243827"/>
              <a:gd name="connsiteY194" fmla="*/ 5626471 h 5641173"/>
              <a:gd name="connsiteX195" fmla="*/ 4277424 w 11243827"/>
              <a:gd name="connsiteY195" fmla="*/ 5631598 h 5641173"/>
              <a:gd name="connsiteX196" fmla="*/ 4266627 w 11243827"/>
              <a:gd name="connsiteY196" fmla="*/ 5633969 h 5641173"/>
              <a:gd name="connsiteX197" fmla="*/ 4185525 w 11243827"/>
              <a:gd name="connsiteY197" fmla="*/ 5617508 h 5641173"/>
              <a:gd name="connsiteX198" fmla="*/ 4177617 w 11243827"/>
              <a:gd name="connsiteY198" fmla="*/ 5610903 h 5641173"/>
              <a:gd name="connsiteX199" fmla="*/ 4136948 w 11243827"/>
              <a:gd name="connsiteY199" fmla="*/ 5608031 h 5641173"/>
              <a:gd name="connsiteX200" fmla="*/ 4132323 w 11243827"/>
              <a:gd name="connsiteY200" fmla="*/ 5609784 h 5641173"/>
              <a:gd name="connsiteX201" fmla="*/ 4098620 w 11243827"/>
              <a:gd name="connsiteY201" fmla="*/ 5599672 h 5641173"/>
              <a:gd name="connsiteX202" fmla="*/ 3963475 w 11243827"/>
              <a:gd name="connsiteY202" fmla="*/ 5581841 h 5641173"/>
              <a:gd name="connsiteX203" fmla="*/ 3703613 w 11243827"/>
              <a:gd name="connsiteY203" fmla="*/ 5572482 h 5641173"/>
              <a:gd name="connsiteX204" fmla="*/ 3432987 w 11243827"/>
              <a:gd name="connsiteY204" fmla="*/ 5545768 h 5641173"/>
              <a:gd name="connsiteX205" fmla="*/ 3176381 w 11243827"/>
              <a:gd name="connsiteY205" fmla="*/ 5556110 h 5641173"/>
              <a:gd name="connsiteX206" fmla="*/ 2710156 w 11243827"/>
              <a:gd name="connsiteY206" fmla="*/ 5527517 h 5641173"/>
              <a:gd name="connsiteX207" fmla="*/ 2550206 w 11243827"/>
              <a:gd name="connsiteY207" fmla="*/ 5524958 h 5641173"/>
              <a:gd name="connsiteX208" fmla="*/ 2443041 w 11243827"/>
              <a:gd name="connsiteY208" fmla="*/ 5523990 h 5641173"/>
              <a:gd name="connsiteX209" fmla="*/ 2435613 w 11243827"/>
              <a:gd name="connsiteY209" fmla="*/ 5526704 h 5641173"/>
              <a:gd name="connsiteX210" fmla="*/ 2405682 w 11243827"/>
              <a:gd name="connsiteY210" fmla="*/ 5528307 h 5641173"/>
              <a:gd name="connsiteX211" fmla="*/ 2397487 w 11243827"/>
              <a:gd name="connsiteY211" fmla="*/ 5540337 h 5641173"/>
              <a:gd name="connsiteX212" fmla="*/ 2297454 w 11243827"/>
              <a:gd name="connsiteY212" fmla="*/ 5550765 h 5641173"/>
              <a:gd name="connsiteX213" fmla="*/ 2056700 w 11243827"/>
              <a:gd name="connsiteY213" fmla="*/ 5555489 h 5641173"/>
              <a:gd name="connsiteX214" fmla="*/ 1878530 w 11243827"/>
              <a:gd name="connsiteY214" fmla="*/ 5535330 h 5641173"/>
              <a:gd name="connsiteX215" fmla="*/ 1859292 w 11243827"/>
              <a:gd name="connsiteY215" fmla="*/ 5535461 h 5641173"/>
              <a:gd name="connsiteX216" fmla="*/ 1835626 w 11243827"/>
              <a:gd name="connsiteY216" fmla="*/ 5533793 h 5641173"/>
              <a:gd name="connsiteX217" fmla="*/ 1798939 w 11243827"/>
              <a:gd name="connsiteY217" fmla="*/ 5540285 h 5641173"/>
              <a:gd name="connsiteX218" fmla="*/ 1779046 w 11243827"/>
              <a:gd name="connsiteY218" fmla="*/ 5549949 h 5641173"/>
              <a:gd name="connsiteX219" fmla="*/ 1772421 w 11243827"/>
              <a:gd name="connsiteY219" fmla="*/ 5549018 h 5641173"/>
              <a:gd name="connsiteX220" fmla="*/ 1772052 w 11243827"/>
              <a:gd name="connsiteY220" fmla="*/ 5545689 h 5641173"/>
              <a:gd name="connsiteX221" fmla="*/ 1711543 w 11243827"/>
              <a:gd name="connsiteY221" fmla="*/ 5534558 h 5641173"/>
              <a:gd name="connsiteX222" fmla="*/ 1698891 w 11243827"/>
              <a:gd name="connsiteY222" fmla="*/ 5513187 h 5641173"/>
              <a:gd name="connsiteX223" fmla="*/ 1538763 w 11243827"/>
              <a:gd name="connsiteY223" fmla="*/ 5482781 h 5641173"/>
              <a:gd name="connsiteX224" fmla="*/ 1501533 w 11243827"/>
              <a:gd name="connsiteY224" fmla="*/ 5467817 h 5641173"/>
              <a:gd name="connsiteX225" fmla="*/ 1461266 w 11243827"/>
              <a:gd name="connsiteY225" fmla="*/ 5469343 h 5641173"/>
              <a:gd name="connsiteX226" fmla="*/ 1449415 w 11243827"/>
              <a:gd name="connsiteY226" fmla="*/ 5460467 h 5641173"/>
              <a:gd name="connsiteX227" fmla="*/ 1447454 w 11243827"/>
              <a:gd name="connsiteY227" fmla="*/ 5458776 h 5641173"/>
              <a:gd name="connsiteX228" fmla="*/ 1437814 w 11243827"/>
              <a:gd name="connsiteY228" fmla="*/ 5455515 h 5641173"/>
              <a:gd name="connsiteX229" fmla="*/ 1437334 w 11243827"/>
              <a:gd name="connsiteY229" fmla="*/ 5450209 h 5641173"/>
              <a:gd name="connsiteX230" fmla="*/ 1424429 w 11243827"/>
              <a:gd name="connsiteY230" fmla="*/ 5442157 h 5641173"/>
              <a:gd name="connsiteX231" fmla="*/ 1406063 w 11243827"/>
              <a:gd name="connsiteY231" fmla="*/ 5437380 h 5641173"/>
              <a:gd name="connsiteX232" fmla="*/ 1316379 w 11243827"/>
              <a:gd name="connsiteY232" fmla="*/ 5419601 h 5641173"/>
              <a:gd name="connsiteX233" fmla="*/ 1264090 w 11243827"/>
              <a:gd name="connsiteY233" fmla="*/ 5406153 h 5641173"/>
              <a:gd name="connsiteX234" fmla="*/ 1246374 w 11243827"/>
              <a:gd name="connsiteY234" fmla="*/ 5396631 h 5641173"/>
              <a:gd name="connsiteX235" fmla="*/ 1220190 w 11243827"/>
              <a:gd name="connsiteY235" fmla="*/ 5386301 h 5641173"/>
              <a:gd name="connsiteX236" fmla="*/ 1175643 w 11243827"/>
              <a:gd name="connsiteY236" fmla="*/ 5364651 h 5641173"/>
              <a:gd name="connsiteX237" fmla="*/ 1150342 w 11243827"/>
              <a:gd name="connsiteY237" fmla="*/ 5358447 h 5641173"/>
              <a:gd name="connsiteX238" fmla="*/ 1137272 w 11243827"/>
              <a:gd name="connsiteY238" fmla="*/ 5351191 h 5641173"/>
              <a:gd name="connsiteX239" fmla="*/ 1131268 w 11243827"/>
              <a:gd name="connsiteY239" fmla="*/ 5350530 h 5641173"/>
              <a:gd name="connsiteX240" fmla="*/ 1112024 w 11243827"/>
              <a:gd name="connsiteY240" fmla="*/ 5345786 h 5641173"/>
              <a:gd name="connsiteX241" fmla="*/ 1100870 w 11243827"/>
              <a:gd name="connsiteY241" fmla="*/ 5343651 h 5641173"/>
              <a:gd name="connsiteX242" fmla="*/ 1096383 w 11243827"/>
              <a:gd name="connsiteY242" fmla="*/ 5343015 h 5641173"/>
              <a:gd name="connsiteX243" fmla="*/ 1085571 w 11243827"/>
              <a:gd name="connsiteY243" fmla="*/ 5345836 h 5641173"/>
              <a:gd name="connsiteX244" fmla="*/ 1073168 w 11243827"/>
              <a:gd name="connsiteY244" fmla="*/ 5341521 h 5641173"/>
              <a:gd name="connsiteX245" fmla="*/ 1058039 w 11243827"/>
              <a:gd name="connsiteY245" fmla="*/ 5343504 h 5641173"/>
              <a:gd name="connsiteX246" fmla="*/ 1055426 w 11243827"/>
              <a:gd name="connsiteY246" fmla="*/ 5339088 h 5641173"/>
              <a:gd name="connsiteX247" fmla="*/ 1044738 w 11243827"/>
              <a:gd name="connsiteY247" fmla="*/ 5333063 h 5641173"/>
              <a:gd name="connsiteX248" fmla="*/ 1033909 w 11243827"/>
              <a:gd name="connsiteY248" fmla="*/ 5335680 h 5641173"/>
              <a:gd name="connsiteX249" fmla="*/ 1012649 w 11243827"/>
              <a:gd name="connsiteY249" fmla="*/ 5334541 h 5641173"/>
              <a:gd name="connsiteX250" fmla="*/ 1007115 w 11243827"/>
              <a:gd name="connsiteY250" fmla="*/ 5332775 h 5641173"/>
              <a:gd name="connsiteX251" fmla="*/ 986002 w 11243827"/>
              <a:gd name="connsiteY251" fmla="*/ 5334906 h 5641173"/>
              <a:gd name="connsiteX252" fmla="*/ 953418 w 11243827"/>
              <a:gd name="connsiteY252" fmla="*/ 5333901 h 5641173"/>
              <a:gd name="connsiteX253" fmla="*/ 916854 w 11243827"/>
              <a:gd name="connsiteY253" fmla="*/ 5329435 h 5641173"/>
              <a:gd name="connsiteX254" fmla="*/ 905651 w 11243827"/>
              <a:gd name="connsiteY254" fmla="*/ 5332114 h 5641173"/>
              <a:gd name="connsiteX255" fmla="*/ 836961 w 11243827"/>
              <a:gd name="connsiteY255" fmla="*/ 5330803 h 5641173"/>
              <a:gd name="connsiteX256" fmla="*/ 817627 w 11243827"/>
              <a:gd name="connsiteY256" fmla="*/ 5330580 h 5641173"/>
              <a:gd name="connsiteX257" fmla="*/ 801817 w 11243827"/>
              <a:gd name="connsiteY257" fmla="*/ 5325937 h 5641173"/>
              <a:gd name="connsiteX258" fmla="*/ 798857 w 11243827"/>
              <a:gd name="connsiteY258" fmla="*/ 5320979 h 5641173"/>
              <a:gd name="connsiteX259" fmla="*/ 788354 w 11243827"/>
              <a:gd name="connsiteY259" fmla="*/ 5320143 h 5641173"/>
              <a:gd name="connsiteX260" fmla="*/ 785726 w 11243827"/>
              <a:gd name="connsiteY260" fmla="*/ 5318989 h 5641173"/>
              <a:gd name="connsiteX261" fmla="*/ 770507 w 11243827"/>
              <a:gd name="connsiteY261" fmla="*/ 5313309 h 5641173"/>
              <a:gd name="connsiteX262" fmla="*/ 733810 w 11243827"/>
              <a:gd name="connsiteY262" fmla="*/ 5324286 h 5641173"/>
              <a:gd name="connsiteX263" fmla="*/ 692117 w 11243827"/>
              <a:gd name="connsiteY263" fmla="*/ 5318786 h 5641173"/>
              <a:gd name="connsiteX264" fmla="*/ 528894 w 11243827"/>
              <a:gd name="connsiteY264" fmla="*/ 5327578 h 5641173"/>
              <a:gd name="connsiteX265" fmla="*/ 507005 w 11243827"/>
              <a:gd name="connsiteY265" fmla="*/ 5310149 h 5641173"/>
              <a:gd name="connsiteX266" fmla="*/ 441302 w 11243827"/>
              <a:gd name="connsiteY266" fmla="*/ 5307062 h 5641173"/>
              <a:gd name="connsiteX267" fmla="*/ 336819 w 11243827"/>
              <a:gd name="connsiteY267" fmla="*/ 5336690 h 5641173"/>
              <a:gd name="connsiteX268" fmla="*/ 215763 w 11243827"/>
              <a:gd name="connsiteY268" fmla="*/ 5332575 h 5641173"/>
              <a:gd name="connsiteX269" fmla="*/ 205927 w 11243827"/>
              <a:gd name="connsiteY269" fmla="*/ 5339672 h 5641173"/>
              <a:gd name="connsiteX270" fmla="*/ 194189 w 11243827"/>
              <a:gd name="connsiteY270" fmla="*/ 5343588 h 5641173"/>
              <a:gd name="connsiteX271" fmla="*/ 192552 w 11243827"/>
              <a:gd name="connsiteY271" fmla="*/ 5342845 h 5641173"/>
              <a:gd name="connsiteX272" fmla="*/ 178320 w 11243827"/>
              <a:gd name="connsiteY272" fmla="*/ 5343766 h 5641173"/>
              <a:gd name="connsiteX273" fmla="*/ 175596 w 11243827"/>
              <a:gd name="connsiteY273" fmla="*/ 5346411 h 5641173"/>
              <a:gd name="connsiteX274" fmla="*/ 165951 w 11243827"/>
              <a:gd name="connsiteY274" fmla="*/ 5347808 h 5641173"/>
              <a:gd name="connsiteX275" fmla="*/ 147287 w 11243827"/>
              <a:gd name="connsiteY275" fmla="*/ 5352625 h 5641173"/>
              <a:gd name="connsiteX276" fmla="*/ 143484 w 11243827"/>
              <a:gd name="connsiteY276" fmla="*/ 5351591 h 5641173"/>
              <a:gd name="connsiteX277" fmla="*/ 114847 w 11243827"/>
              <a:gd name="connsiteY277" fmla="*/ 5355844 h 5641173"/>
              <a:gd name="connsiteX278" fmla="*/ 114306 w 11243827"/>
              <a:gd name="connsiteY278" fmla="*/ 5354983 h 5641173"/>
              <a:gd name="connsiteX279" fmla="*/ 105588 w 11243827"/>
              <a:gd name="connsiteY279" fmla="*/ 5352169 h 5641173"/>
              <a:gd name="connsiteX280" fmla="*/ 89264 w 11243827"/>
              <a:gd name="connsiteY280" fmla="*/ 5348886 h 5641173"/>
              <a:gd name="connsiteX281" fmla="*/ 49794 w 11243827"/>
              <a:gd name="connsiteY281" fmla="*/ 5329950 h 5641173"/>
              <a:gd name="connsiteX282" fmla="*/ 19924 w 11243827"/>
              <a:gd name="connsiteY282" fmla="*/ 5334282 h 5641173"/>
              <a:gd name="connsiteX283" fmla="*/ 13819 w 11243827"/>
              <a:gd name="connsiteY283" fmla="*/ 5334653 h 5641173"/>
              <a:gd name="connsiteX284" fmla="*/ 13657 w 11243827"/>
              <a:gd name="connsiteY284" fmla="*/ 5334455 h 5641173"/>
              <a:gd name="connsiteX285" fmla="*/ 7139 w 11243827"/>
              <a:gd name="connsiteY285" fmla="*/ 5334438 h 5641173"/>
              <a:gd name="connsiteX286" fmla="*/ 2684 w 11243827"/>
              <a:gd name="connsiteY286" fmla="*/ 5335333 h 5641173"/>
              <a:gd name="connsiteX287" fmla="*/ 0 w 11243827"/>
              <a:gd name="connsiteY287" fmla="*/ 5335496 h 5641173"/>
              <a:gd name="connsiteX288" fmla="*/ 0 w 11243827"/>
              <a:gd name="connsiteY288" fmla="*/ 10592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717823 w 11243827"/>
              <a:gd name="connsiteY150" fmla="*/ 5410317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63717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87273"/>
              <a:gd name="connsiteX1" fmla="*/ 11243827 w 11243827"/>
              <a:gd name="connsiteY1" fmla="*/ 1470035 h 5687273"/>
              <a:gd name="connsiteX2" fmla="*/ 11243827 w 11243827"/>
              <a:gd name="connsiteY2" fmla="*/ 5001571 h 5687273"/>
              <a:gd name="connsiteX3" fmla="*/ 11243827 w 11243827"/>
              <a:gd name="connsiteY3" fmla="*/ 5209610 h 5687273"/>
              <a:gd name="connsiteX4" fmla="*/ 11240675 w 11243827"/>
              <a:gd name="connsiteY4" fmla="*/ 5210442 h 5687273"/>
              <a:gd name="connsiteX5" fmla="*/ 11179959 w 11243827"/>
              <a:gd name="connsiteY5" fmla="*/ 5221199 h 5687273"/>
              <a:gd name="connsiteX6" fmla="*/ 11105493 w 11243827"/>
              <a:gd name="connsiteY6" fmla="*/ 5259905 h 5687273"/>
              <a:gd name="connsiteX7" fmla="*/ 11078640 w 11243827"/>
              <a:gd name="connsiteY7" fmla="*/ 5263531 h 5687273"/>
              <a:gd name="connsiteX8" fmla="*/ 11079616 w 11243827"/>
              <a:gd name="connsiteY8" fmla="*/ 5270380 h 5687273"/>
              <a:gd name="connsiteX9" fmla="*/ 11069641 w 11243827"/>
              <a:gd name="connsiteY9" fmla="*/ 5270884 h 5687273"/>
              <a:gd name="connsiteX10" fmla="*/ 11047377 w 11243827"/>
              <a:gd name="connsiteY10" fmla="*/ 5271051 h 5687273"/>
              <a:gd name="connsiteX11" fmla="*/ 10980705 w 11243827"/>
              <a:gd name="connsiteY11" fmla="*/ 5272951 h 5687273"/>
              <a:gd name="connsiteX12" fmla="*/ 10962514 w 11243827"/>
              <a:gd name="connsiteY12" fmla="*/ 5286084 h 5687273"/>
              <a:gd name="connsiteX13" fmla="*/ 10945307 w 11243827"/>
              <a:gd name="connsiteY13" fmla="*/ 5286290 h 5687273"/>
              <a:gd name="connsiteX14" fmla="*/ 10845516 w 11243827"/>
              <a:gd name="connsiteY14" fmla="*/ 5303894 h 5687273"/>
              <a:gd name="connsiteX15" fmla="*/ 10831795 w 11243827"/>
              <a:gd name="connsiteY15" fmla="*/ 5305210 h 5687273"/>
              <a:gd name="connsiteX16" fmla="*/ 10824365 w 11243827"/>
              <a:gd name="connsiteY16" fmla="*/ 5311111 h 5687273"/>
              <a:gd name="connsiteX17" fmla="*/ 10797756 w 11243827"/>
              <a:gd name="connsiteY17" fmla="*/ 5312285 h 5687273"/>
              <a:gd name="connsiteX18" fmla="*/ 10796525 w 11243827"/>
              <a:gd name="connsiteY18" fmla="*/ 5315645 h 5687273"/>
              <a:gd name="connsiteX19" fmla="*/ 10709063 w 11243827"/>
              <a:gd name="connsiteY19" fmla="*/ 5344492 h 5687273"/>
              <a:gd name="connsiteX20" fmla="*/ 10694078 w 11243827"/>
              <a:gd name="connsiteY20" fmla="*/ 5349258 h 5687273"/>
              <a:gd name="connsiteX21" fmla="*/ 10681131 w 11243827"/>
              <a:gd name="connsiteY21" fmla="*/ 5347812 h 5687273"/>
              <a:gd name="connsiteX22" fmla="*/ 10609448 w 11243827"/>
              <a:gd name="connsiteY22" fmla="*/ 5351931 h 5687273"/>
              <a:gd name="connsiteX23" fmla="*/ 10592397 w 11243827"/>
              <a:gd name="connsiteY23" fmla="*/ 5349402 h 5687273"/>
              <a:gd name="connsiteX24" fmla="*/ 10585227 w 11243827"/>
              <a:gd name="connsiteY24" fmla="*/ 5344063 h 5687273"/>
              <a:gd name="connsiteX25" fmla="*/ 10557472 w 11243827"/>
              <a:gd name="connsiteY25" fmla="*/ 5354151 h 5687273"/>
              <a:gd name="connsiteX26" fmla="*/ 10514646 w 11243827"/>
              <a:gd name="connsiteY26" fmla="*/ 5361064 h 5687273"/>
              <a:gd name="connsiteX27" fmla="*/ 10494292 w 11243827"/>
              <a:gd name="connsiteY27" fmla="*/ 5366054 h 5687273"/>
              <a:gd name="connsiteX28" fmla="*/ 10477869 w 11243827"/>
              <a:gd name="connsiteY28" fmla="*/ 5363025 h 5687273"/>
              <a:gd name="connsiteX29" fmla="*/ 10384411 w 11243827"/>
              <a:gd name="connsiteY29" fmla="*/ 5362257 h 5687273"/>
              <a:gd name="connsiteX30" fmla="*/ 10362921 w 11243827"/>
              <a:gd name="connsiteY30" fmla="*/ 5357444 h 5687273"/>
              <a:gd name="connsiteX31" fmla="*/ 10352736 w 11243827"/>
              <a:gd name="connsiteY31" fmla="*/ 5347851 h 5687273"/>
              <a:gd name="connsiteX32" fmla="*/ 10344754 w 11243827"/>
              <a:gd name="connsiteY32" fmla="*/ 5351272 h 5687273"/>
              <a:gd name="connsiteX33" fmla="*/ 10288226 w 11243827"/>
              <a:gd name="connsiteY33" fmla="*/ 5351613 h 5687273"/>
              <a:gd name="connsiteX34" fmla="*/ 10251350 w 11243827"/>
              <a:gd name="connsiteY34" fmla="*/ 5352711 h 5687273"/>
              <a:gd name="connsiteX35" fmla="*/ 10249108 w 11243827"/>
              <a:gd name="connsiteY35" fmla="*/ 5365881 h 5687273"/>
              <a:gd name="connsiteX36" fmla="*/ 10216272 w 11243827"/>
              <a:gd name="connsiteY36" fmla="*/ 5370573 h 5687273"/>
              <a:gd name="connsiteX37" fmla="*/ 10181278 w 11243827"/>
              <a:gd name="connsiteY37" fmla="*/ 5362119 h 5687273"/>
              <a:gd name="connsiteX38" fmla="*/ 10140033 w 11243827"/>
              <a:gd name="connsiteY38" fmla="*/ 5363304 h 5687273"/>
              <a:gd name="connsiteX39" fmla="*/ 10115353 w 11243827"/>
              <a:gd name="connsiteY39" fmla="*/ 5363869 h 5687273"/>
              <a:gd name="connsiteX40" fmla="*/ 10050578 w 11243827"/>
              <a:gd name="connsiteY40" fmla="*/ 5376153 h 5687273"/>
              <a:gd name="connsiteX41" fmla="*/ 9945478 w 11243827"/>
              <a:gd name="connsiteY41" fmla="*/ 5422859 h 5687273"/>
              <a:gd name="connsiteX42" fmla="*/ 9912481 w 11243827"/>
              <a:gd name="connsiteY42" fmla="*/ 5429477 h 5687273"/>
              <a:gd name="connsiteX43" fmla="*/ 9906713 w 11243827"/>
              <a:gd name="connsiteY43" fmla="*/ 5426784 h 5687273"/>
              <a:gd name="connsiteX44" fmla="*/ 9742436 w 11243827"/>
              <a:gd name="connsiteY44" fmla="*/ 5454834 h 5687273"/>
              <a:gd name="connsiteX45" fmla="*/ 9713044 w 11243827"/>
              <a:gd name="connsiteY45" fmla="*/ 5456476 h 5687273"/>
              <a:gd name="connsiteX46" fmla="*/ 9691033 w 11243827"/>
              <a:gd name="connsiteY46" fmla="*/ 5455451 h 5687273"/>
              <a:gd name="connsiteX47" fmla="*/ 9638355 w 11243827"/>
              <a:gd name="connsiteY47" fmla="*/ 5464794 h 5687273"/>
              <a:gd name="connsiteX48" fmla="*/ 9552434 w 11243827"/>
              <a:gd name="connsiteY48" fmla="*/ 5485280 h 5687273"/>
              <a:gd name="connsiteX49" fmla="*/ 9533883 w 11243827"/>
              <a:gd name="connsiteY49" fmla="*/ 5488516 h 5687273"/>
              <a:gd name="connsiteX50" fmla="*/ 9516916 w 11243827"/>
              <a:gd name="connsiteY50" fmla="*/ 5486828 h 5687273"/>
              <a:gd name="connsiteX51" fmla="*/ 9512093 w 11243827"/>
              <a:gd name="connsiteY51" fmla="*/ 5482541 h 5687273"/>
              <a:gd name="connsiteX52" fmla="*/ 9501725 w 11243827"/>
              <a:gd name="connsiteY52" fmla="*/ 5483603 h 5687273"/>
              <a:gd name="connsiteX53" fmla="*/ 9498754 w 11243827"/>
              <a:gd name="connsiteY53" fmla="*/ 5482951 h 5687273"/>
              <a:gd name="connsiteX54" fmla="*/ 9481932 w 11243827"/>
              <a:gd name="connsiteY54" fmla="*/ 5480151 h 5687273"/>
              <a:gd name="connsiteX55" fmla="*/ 9451321 w 11243827"/>
              <a:gd name="connsiteY55" fmla="*/ 5497375 h 5687273"/>
              <a:gd name="connsiteX56" fmla="*/ 9409298 w 11243827"/>
              <a:gd name="connsiteY56" fmla="*/ 5499478 h 5687273"/>
              <a:gd name="connsiteX57" fmla="*/ 9257007 w 11243827"/>
              <a:gd name="connsiteY57" fmla="*/ 5537183 h 5687273"/>
              <a:gd name="connsiteX58" fmla="*/ 9229078 w 11243827"/>
              <a:gd name="connsiteY58" fmla="*/ 5524154 h 5687273"/>
              <a:gd name="connsiteX59" fmla="*/ 9165105 w 11243827"/>
              <a:gd name="connsiteY59" fmla="*/ 5532892 h 5687273"/>
              <a:gd name="connsiteX60" fmla="*/ 9077301 w 11243827"/>
              <a:gd name="connsiteY60" fmla="*/ 5580356 h 5687273"/>
              <a:gd name="connsiteX61" fmla="*/ 8960065 w 11243827"/>
              <a:gd name="connsiteY61" fmla="*/ 5597982 h 5687273"/>
              <a:gd name="connsiteX62" fmla="*/ 8953536 w 11243827"/>
              <a:gd name="connsiteY62" fmla="*/ 5606638 h 5687273"/>
              <a:gd name="connsiteX63" fmla="*/ 8943907 w 11243827"/>
              <a:gd name="connsiteY63" fmla="*/ 5612541 h 5687273"/>
              <a:gd name="connsiteX64" fmla="*/ 8942046 w 11243827"/>
              <a:gd name="connsiteY64" fmla="*/ 5612112 h 5687273"/>
              <a:gd name="connsiteX65" fmla="*/ 8928824 w 11243827"/>
              <a:gd name="connsiteY65" fmla="*/ 5615549 h 5687273"/>
              <a:gd name="connsiteX66" fmla="*/ 8927294 w 11243827"/>
              <a:gd name="connsiteY66" fmla="*/ 5618607 h 5687273"/>
              <a:gd name="connsiteX67" fmla="*/ 8918651 w 11243827"/>
              <a:gd name="connsiteY67" fmla="*/ 5621688 h 5687273"/>
              <a:gd name="connsiteX68" fmla="*/ 8902772 w 11243827"/>
              <a:gd name="connsiteY68" fmla="*/ 5629703 h 5687273"/>
              <a:gd name="connsiteX69" fmla="*/ 8898724 w 11243827"/>
              <a:gd name="connsiteY69" fmla="*/ 5629379 h 5687273"/>
              <a:gd name="connsiteX70" fmla="*/ 8873099 w 11243827"/>
              <a:gd name="connsiteY70" fmla="*/ 5638628 h 5687273"/>
              <a:gd name="connsiteX71" fmla="*/ 8872234 w 11243827"/>
              <a:gd name="connsiteY71" fmla="*/ 5637889 h 5687273"/>
              <a:gd name="connsiteX72" fmla="*/ 8862777 w 11243827"/>
              <a:gd name="connsiteY72" fmla="*/ 5636711 h 5687273"/>
              <a:gd name="connsiteX73" fmla="*/ 8845869 w 11243827"/>
              <a:gd name="connsiteY73" fmla="*/ 5636436 h 5687273"/>
              <a:gd name="connsiteX74" fmla="*/ 8800548 w 11243827"/>
              <a:gd name="connsiteY74" fmla="*/ 5625084 h 5687273"/>
              <a:gd name="connsiteX75" fmla="*/ 8773774 w 11243827"/>
              <a:gd name="connsiteY75" fmla="*/ 5634630 h 5687273"/>
              <a:gd name="connsiteX76" fmla="*/ 8698255 w 11243827"/>
              <a:gd name="connsiteY76" fmla="*/ 5636083 h 5687273"/>
              <a:gd name="connsiteX77" fmla="*/ 8619167 w 11243827"/>
              <a:gd name="connsiteY77" fmla="*/ 5619130 h 5687273"/>
              <a:gd name="connsiteX78" fmla="*/ 8539822 w 11243827"/>
              <a:gd name="connsiteY78" fmla="*/ 5616905 h 5687273"/>
              <a:gd name="connsiteX79" fmla="*/ 8511094 w 11243827"/>
              <a:gd name="connsiteY79" fmla="*/ 5617360 h 5687273"/>
              <a:gd name="connsiteX80" fmla="*/ 8459886 w 11243827"/>
              <a:gd name="connsiteY80" fmla="*/ 5612612 h 5687273"/>
              <a:gd name="connsiteX81" fmla="*/ 8436432 w 11243827"/>
              <a:gd name="connsiteY81" fmla="*/ 5606990 h 5687273"/>
              <a:gd name="connsiteX82" fmla="*/ 8435403 w 11243827"/>
              <a:gd name="connsiteY82" fmla="*/ 5607336 h 5687273"/>
              <a:gd name="connsiteX83" fmla="*/ 8433307 w 11243827"/>
              <a:gd name="connsiteY83" fmla="*/ 5604917 h 5687273"/>
              <a:gd name="connsiteX84" fmla="*/ 8428968 w 11243827"/>
              <a:gd name="connsiteY84" fmla="*/ 5603796 h 5687273"/>
              <a:gd name="connsiteX85" fmla="*/ 8417124 w 11243827"/>
              <a:gd name="connsiteY85" fmla="*/ 5604518 h 5687273"/>
              <a:gd name="connsiteX86" fmla="*/ 8412669 w 11243827"/>
              <a:gd name="connsiteY86" fmla="*/ 5605413 h 5687273"/>
              <a:gd name="connsiteX87" fmla="*/ 8406152 w 11243827"/>
              <a:gd name="connsiteY87" fmla="*/ 5605396 h 5687273"/>
              <a:gd name="connsiteX88" fmla="*/ 8405989 w 11243827"/>
              <a:gd name="connsiteY88" fmla="*/ 5605197 h 5687273"/>
              <a:gd name="connsiteX89" fmla="*/ 8399884 w 11243827"/>
              <a:gd name="connsiteY89" fmla="*/ 5605568 h 5687273"/>
              <a:gd name="connsiteX90" fmla="*/ 8370014 w 11243827"/>
              <a:gd name="connsiteY90" fmla="*/ 5609900 h 5687273"/>
              <a:gd name="connsiteX91" fmla="*/ 8330544 w 11243827"/>
              <a:gd name="connsiteY91" fmla="*/ 5590964 h 5687273"/>
              <a:gd name="connsiteX92" fmla="*/ 8314221 w 11243827"/>
              <a:gd name="connsiteY92" fmla="*/ 5587682 h 5687273"/>
              <a:gd name="connsiteX93" fmla="*/ 8305502 w 11243827"/>
              <a:gd name="connsiteY93" fmla="*/ 5584868 h 5687273"/>
              <a:gd name="connsiteX94" fmla="*/ 8304962 w 11243827"/>
              <a:gd name="connsiteY94" fmla="*/ 5584007 h 5687273"/>
              <a:gd name="connsiteX95" fmla="*/ 8276324 w 11243827"/>
              <a:gd name="connsiteY95" fmla="*/ 5588260 h 5687273"/>
              <a:gd name="connsiteX96" fmla="*/ 8272522 w 11243827"/>
              <a:gd name="connsiteY96" fmla="*/ 5587226 h 5687273"/>
              <a:gd name="connsiteX97" fmla="*/ 8253857 w 11243827"/>
              <a:gd name="connsiteY97" fmla="*/ 5592043 h 5687273"/>
              <a:gd name="connsiteX98" fmla="*/ 8244212 w 11243827"/>
              <a:gd name="connsiteY98" fmla="*/ 5593439 h 5687273"/>
              <a:gd name="connsiteX99" fmla="*/ 8241488 w 11243827"/>
              <a:gd name="connsiteY99" fmla="*/ 5596085 h 5687273"/>
              <a:gd name="connsiteX100" fmla="*/ 8227256 w 11243827"/>
              <a:gd name="connsiteY100" fmla="*/ 5597005 h 5687273"/>
              <a:gd name="connsiteX101" fmla="*/ 8225619 w 11243827"/>
              <a:gd name="connsiteY101" fmla="*/ 5596262 h 5687273"/>
              <a:gd name="connsiteX102" fmla="*/ 8213882 w 11243827"/>
              <a:gd name="connsiteY102" fmla="*/ 5600179 h 5687273"/>
              <a:gd name="connsiteX103" fmla="*/ 8204045 w 11243827"/>
              <a:gd name="connsiteY103" fmla="*/ 5607275 h 5687273"/>
              <a:gd name="connsiteX104" fmla="*/ 8082989 w 11243827"/>
              <a:gd name="connsiteY104" fmla="*/ 5603160 h 5687273"/>
              <a:gd name="connsiteX105" fmla="*/ 7976942 w 11243827"/>
              <a:gd name="connsiteY105" fmla="*/ 5598455 h 5687273"/>
              <a:gd name="connsiteX106" fmla="*/ 7915584 w 11243827"/>
              <a:gd name="connsiteY106" fmla="*/ 5684635 h 5687273"/>
              <a:gd name="connsiteX107" fmla="*/ 7727691 w 11243827"/>
              <a:gd name="connsiteY107" fmla="*/ 5621064 h 5687273"/>
              <a:gd name="connsiteX108" fmla="*/ 7685998 w 11243827"/>
              <a:gd name="connsiteY108" fmla="*/ 5615564 h 5687273"/>
              <a:gd name="connsiteX109" fmla="*/ 7649302 w 11243827"/>
              <a:gd name="connsiteY109" fmla="*/ 5626541 h 5687273"/>
              <a:gd name="connsiteX110" fmla="*/ 7634083 w 11243827"/>
              <a:gd name="connsiteY110" fmla="*/ 5620862 h 5687273"/>
              <a:gd name="connsiteX111" fmla="*/ 7631455 w 11243827"/>
              <a:gd name="connsiteY111" fmla="*/ 5619708 h 5687273"/>
              <a:gd name="connsiteX112" fmla="*/ 7620952 w 11243827"/>
              <a:gd name="connsiteY112" fmla="*/ 5618872 h 5687273"/>
              <a:gd name="connsiteX113" fmla="*/ 7617992 w 11243827"/>
              <a:gd name="connsiteY113" fmla="*/ 5613914 h 5687273"/>
              <a:gd name="connsiteX114" fmla="*/ 7602182 w 11243827"/>
              <a:gd name="connsiteY114" fmla="*/ 5609271 h 5687273"/>
              <a:gd name="connsiteX115" fmla="*/ 7582847 w 11243827"/>
              <a:gd name="connsiteY115" fmla="*/ 5609047 h 5687273"/>
              <a:gd name="connsiteX116" fmla="*/ 7514158 w 11243827"/>
              <a:gd name="connsiteY116" fmla="*/ 5607737 h 5687273"/>
              <a:gd name="connsiteX117" fmla="*/ 7502955 w 11243827"/>
              <a:gd name="connsiteY117" fmla="*/ 5610415 h 5687273"/>
              <a:gd name="connsiteX118" fmla="*/ 7466391 w 11243827"/>
              <a:gd name="connsiteY118" fmla="*/ 5605949 h 5687273"/>
              <a:gd name="connsiteX119" fmla="*/ 7433806 w 11243827"/>
              <a:gd name="connsiteY119" fmla="*/ 5604945 h 5687273"/>
              <a:gd name="connsiteX120" fmla="*/ 7412693 w 11243827"/>
              <a:gd name="connsiteY120" fmla="*/ 5607075 h 5687273"/>
              <a:gd name="connsiteX121" fmla="*/ 7407159 w 11243827"/>
              <a:gd name="connsiteY121" fmla="*/ 5605310 h 5687273"/>
              <a:gd name="connsiteX122" fmla="*/ 7385900 w 11243827"/>
              <a:gd name="connsiteY122" fmla="*/ 5604171 h 5687273"/>
              <a:gd name="connsiteX123" fmla="*/ 7375071 w 11243827"/>
              <a:gd name="connsiteY123" fmla="*/ 5606788 h 5687273"/>
              <a:gd name="connsiteX124" fmla="*/ 7364382 w 11243827"/>
              <a:gd name="connsiteY124" fmla="*/ 5600762 h 5687273"/>
              <a:gd name="connsiteX125" fmla="*/ 7361770 w 11243827"/>
              <a:gd name="connsiteY125" fmla="*/ 5596347 h 5687273"/>
              <a:gd name="connsiteX126" fmla="*/ 7346641 w 11243827"/>
              <a:gd name="connsiteY126" fmla="*/ 5598329 h 5687273"/>
              <a:gd name="connsiteX127" fmla="*/ 7334238 w 11243827"/>
              <a:gd name="connsiteY127" fmla="*/ 5594014 h 5687273"/>
              <a:gd name="connsiteX128" fmla="*/ 7323426 w 11243827"/>
              <a:gd name="connsiteY128" fmla="*/ 5596835 h 5687273"/>
              <a:gd name="connsiteX129" fmla="*/ 7318938 w 11243827"/>
              <a:gd name="connsiteY129" fmla="*/ 5596200 h 5687273"/>
              <a:gd name="connsiteX130" fmla="*/ 7307784 w 11243827"/>
              <a:gd name="connsiteY130" fmla="*/ 5594065 h 5687273"/>
              <a:gd name="connsiteX131" fmla="*/ 7288540 w 11243827"/>
              <a:gd name="connsiteY131" fmla="*/ 5589320 h 5687273"/>
              <a:gd name="connsiteX132" fmla="*/ 7282537 w 11243827"/>
              <a:gd name="connsiteY132" fmla="*/ 5588660 h 5687273"/>
              <a:gd name="connsiteX133" fmla="*/ 7269466 w 11243827"/>
              <a:gd name="connsiteY133" fmla="*/ 5581404 h 5687273"/>
              <a:gd name="connsiteX134" fmla="*/ 7244165 w 11243827"/>
              <a:gd name="connsiteY134" fmla="*/ 5575200 h 5687273"/>
              <a:gd name="connsiteX135" fmla="*/ 7199619 w 11243827"/>
              <a:gd name="connsiteY135" fmla="*/ 5553550 h 5687273"/>
              <a:gd name="connsiteX136" fmla="*/ 7173434 w 11243827"/>
              <a:gd name="connsiteY136" fmla="*/ 5543219 h 5687273"/>
              <a:gd name="connsiteX137" fmla="*/ 7155718 w 11243827"/>
              <a:gd name="connsiteY137" fmla="*/ 5533697 h 5687273"/>
              <a:gd name="connsiteX138" fmla="*/ 7103430 w 11243827"/>
              <a:gd name="connsiteY138" fmla="*/ 5520249 h 5687273"/>
              <a:gd name="connsiteX139" fmla="*/ 7013746 w 11243827"/>
              <a:gd name="connsiteY139" fmla="*/ 5502470 h 5687273"/>
              <a:gd name="connsiteX140" fmla="*/ 6995379 w 11243827"/>
              <a:gd name="connsiteY140" fmla="*/ 5497693 h 5687273"/>
              <a:gd name="connsiteX141" fmla="*/ 6982475 w 11243827"/>
              <a:gd name="connsiteY141" fmla="*/ 5489641 h 5687273"/>
              <a:gd name="connsiteX142" fmla="*/ 6981994 w 11243827"/>
              <a:gd name="connsiteY142" fmla="*/ 5484335 h 5687273"/>
              <a:gd name="connsiteX143" fmla="*/ 6972355 w 11243827"/>
              <a:gd name="connsiteY143" fmla="*/ 5481074 h 5687273"/>
              <a:gd name="connsiteX144" fmla="*/ 6970394 w 11243827"/>
              <a:gd name="connsiteY144" fmla="*/ 5479383 h 5687273"/>
              <a:gd name="connsiteX145" fmla="*/ 6958543 w 11243827"/>
              <a:gd name="connsiteY145" fmla="*/ 5470507 h 5687273"/>
              <a:gd name="connsiteX146" fmla="*/ 6918276 w 11243827"/>
              <a:gd name="connsiteY146" fmla="*/ 5472034 h 5687273"/>
              <a:gd name="connsiteX147" fmla="*/ 6881046 w 11243827"/>
              <a:gd name="connsiteY147" fmla="*/ 5457070 h 5687273"/>
              <a:gd name="connsiteX148" fmla="*/ 6752164 w 11243827"/>
              <a:gd name="connsiteY148" fmla="*/ 5425021 h 5687273"/>
              <a:gd name="connsiteX149" fmla="*/ 6724964 w 11243827"/>
              <a:gd name="connsiteY149" fmla="*/ 5414071 h 5687273"/>
              <a:gd name="connsiteX150" fmla="*/ 6683286 w 11243827"/>
              <a:gd name="connsiteY150" fmla="*/ 5405383 h 5687273"/>
              <a:gd name="connsiteX151" fmla="*/ 6644277 w 11243827"/>
              <a:gd name="connsiteY151" fmla="*/ 5429684 h 5687273"/>
              <a:gd name="connsiteX152" fmla="*/ 6532914 w 11243827"/>
              <a:gd name="connsiteY152" fmla="*/ 5431205 h 5687273"/>
              <a:gd name="connsiteX153" fmla="*/ 6307459 w 11243827"/>
              <a:gd name="connsiteY153" fmla="*/ 5467087 h 5687273"/>
              <a:gd name="connsiteX154" fmla="*/ 6196243 w 11243827"/>
              <a:gd name="connsiteY154" fmla="*/ 5515042 h 5687273"/>
              <a:gd name="connsiteX155" fmla="*/ 6099124 w 11243827"/>
              <a:gd name="connsiteY155" fmla="*/ 5516848 h 5687273"/>
              <a:gd name="connsiteX156" fmla="*/ 6016077 w 11243827"/>
              <a:gd name="connsiteY156" fmla="*/ 5528642 h 5687273"/>
              <a:gd name="connsiteX157" fmla="*/ 6004389 w 11243827"/>
              <a:gd name="connsiteY157" fmla="*/ 5531206 h 5687273"/>
              <a:gd name="connsiteX158" fmla="*/ 5933945 w 11243827"/>
              <a:gd name="connsiteY158" fmla="*/ 5538840 h 5687273"/>
              <a:gd name="connsiteX159" fmla="*/ 5883936 w 11243827"/>
              <a:gd name="connsiteY159" fmla="*/ 5553807 h 5687273"/>
              <a:gd name="connsiteX160" fmla="*/ 5798331 w 11243827"/>
              <a:gd name="connsiteY160" fmla="*/ 5564248 h 5687273"/>
              <a:gd name="connsiteX161" fmla="*/ 5712738 w 11243827"/>
              <a:gd name="connsiteY161" fmla="*/ 5573120 h 5687273"/>
              <a:gd name="connsiteX162" fmla="*/ 5681342 w 11243827"/>
              <a:gd name="connsiteY162" fmla="*/ 5575621 h 5687273"/>
              <a:gd name="connsiteX163" fmla="*/ 5627167 w 11243827"/>
              <a:gd name="connsiteY163" fmla="*/ 5583215 h 5687273"/>
              <a:gd name="connsiteX164" fmla="*/ 5591414 w 11243827"/>
              <a:gd name="connsiteY164" fmla="*/ 5587695 h 5687273"/>
              <a:gd name="connsiteX165" fmla="*/ 5583028 w 11243827"/>
              <a:gd name="connsiteY165" fmla="*/ 5580877 h 5687273"/>
              <a:gd name="connsiteX166" fmla="*/ 5549426 w 11243827"/>
              <a:gd name="connsiteY166" fmla="*/ 5582858 h 5687273"/>
              <a:gd name="connsiteX167" fmla="*/ 5519999 w 11243827"/>
              <a:gd name="connsiteY167" fmla="*/ 5592246 h 5687273"/>
              <a:gd name="connsiteX168" fmla="*/ 5480028 w 11243827"/>
              <a:gd name="connsiteY168" fmla="*/ 5597282 h 5687273"/>
              <a:gd name="connsiteX169" fmla="*/ 5456175 w 11243827"/>
              <a:gd name="connsiteY169" fmla="*/ 5600371 h 5687273"/>
              <a:gd name="connsiteX170" fmla="*/ 5388463 w 11243827"/>
              <a:gd name="connsiteY170" fmla="*/ 5602638 h 5687273"/>
              <a:gd name="connsiteX171" fmla="*/ 5265898 w 11243827"/>
              <a:gd name="connsiteY171" fmla="*/ 5591830 h 5687273"/>
              <a:gd name="connsiteX172" fmla="*/ 5231231 w 11243827"/>
              <a:gd name="connsiteY172" fmla="*/ 5592790 h 5687273"/>
              <a:gd name="connsiteX173" fmla="*/ 5226996 w 11243827"/>
              <a:gd name="connsiteY173" fmla="*/ 5595040 h 5687273"/>
              <a:gd name="connsiteX174" fmla="*/ 5175988 w 11243827"/>
              <a:gd name="connsiteY174" fmla="*/ 5588131 h 5687273"/>
              <a:gd name="connsiteX175" fmla="*/ 5107470 w 11243827"/>
              <a:gd name="connsiteY175" fmla="*/ 5594771 h 5687273"/>
              <a:gd name="connsiteX176" fmla="*/ 5027868 w 11243827"/>
              <a:gd name="connsiteY176" fmla="*/ 5605624 h 5687273"/>
              <a:gd name="connsiteX177" fmla="*/ 5007324 w 11243827"/>
              <a:gd name="connsiteY177" fmla="*/ 5609209 h 5687273"/>
              <a:gd name="connsiteX178" fmla="*/ 4952559 w 11243827"/>
              <a:gd name="connsiteY178" fmla="*/ 5611402 h 5687273"/>
              <a:gd name="connsiteX179" fmla="*/ 4826081 w 11243827"/>
              <a:gd name="connsiteY179" fmla="*/ 5616191 h 5687273"/>
              <a:gd name="connsiteX180" fmla="*/ 4823501 w 11243827"/>
              <a:gd name="connsiteY180" fmla="*/ 5619174 h 5687273"/>
              <a:gd name="connsiteX181" fmla="*/ 4813093 w 11243827"/>
              <a:gd name="connsiteY181" fmla="*/ 5620026 h 5687273"/>
              <a:gd name="connsiteX182" fmla="*/ 4810563 w 11243827"/>
              <a:gd name="connsiteY182" fmla="*/ 5620787 h 5687273"/>
              <a:gd name="connsiteX183" fmla="*/ 4795818 w 11243827"/>
              <a:gd name="connsiteY183" fmla="*/ 5624618 h 5687273"/>
              <a:gd name="connsiteX184" fmla="*/ 4758404 w 11243827"/>
              <a:gd name="connsiteY184" fmla="*/ 5619510 h 5687273"/>
              <a:gd name="connsiteX185" fmla="*/ 4717254 w 11243827"/>
              <a:gd name="connsiteY185" fmla="*/ 5624155 h 5687273"/>
              <a:gd name="connsiteX186" fmla="*/ 4591958 w 11243827"/>
              <a:gd name="connsiteY186" fmla="*/ 5624710 h 5687273"/>
              <a:gd name="connsiteX187" fmla="*/ 4476215 w 11243827"/>
              <a:gd name="connsiteY187" fmla="*/ 5628210 h 5687273"/>
              <a:gd name="connsiteX188" fmla="*/ 4425193 w 11243827"/>
              <a:gd name="connsiteY188" fmla="*/ 5627414 h 5687273"/>
              <a:gd name="connsiteX189" fmla="*/ 4383866 w 11243827"/>
              <a:gd name="connsiteY189" fmla="*/ 5626546 h 5687273"/>
              <a:gd name="connsiteX190" fmla="*/ 4385596 w 11243827"/>
              <a:gd name="connsiteY190" fmla="*/ 5634646 h 5687273"/>
              <a:gd name="connsiteX191" fmla="*/ 4360864 w 11243827"/>
              <a:gd name="connsiteY191" fmla="*/ 5641173 h 5687273"/>
              <a:gd name="connsiteX192" fmla="*/ 4328321 w 11243827"/>
              <a:gd name="connsiteY192" fmla="*/ 5626332 h 5687273"/>
              <a:gd name="connsiteX193" fmla="*/ 4309842 w 11243827"/>
              <a:gd name="connsiteY193" fmla="*/ 5626471 h 5687273"/>
              <a:gd name="connsiteX194" fmla="*/ 4277424 w 11243827"/>
              <a:gd name="connsiteY194" fmla="*/ 5631598 h 5687273"/>
              <a:gd name="connsiteX195" fmla="*/ 4266627 w 11243827"/>
              <a:gd name="connsiteY195" fmla="*/ 5633969 h 5687273"/>
              <a:gd name="connsiteX196" fmla="*/ 4185525 w 11243827"/>
              <a:gd name="connsiteY196" fmla="*/ 5617508 h 5687273"/>
              <a:gd name="connsiteX197" fmla="*/ 4177617 w 11243827"/>
              <a:gd name="connsiteY197" fmla="*/ 5610903 h 5687273"/>
              <a:gd name="connsiteX198" fmla="*/ 4136948 w 11243827"/>
              <a:gd name="connsiteY198" fmla="*/ 5608031 h 5687273"/>
              <a:gd name="connsiteX199" fmla="*/ 4132323 w 11243827"/>
              <a:gd name="connsiteY199" fmla="*/ 5609784 h 5687273"/>
              <a:gd name="connsiteX200" fmla="*/ 4098620 w 11243827"/>
              <a:gd name="connsiteY200" fmla="*/ 5599672 h 5687273"/>
              <a:gd name="connsiteX201" fmla="*/ 3963475 w 11243827"/>
              <a:gd name="connsiteY201" fmla="*/ 5581841 h 5687273"/>
              <a:gd name="connsiteX202" fmla="*/ 3703613 w 11243827"/>
              <a:gd name="connsiteY202" fmla="*/ 5572482 h 5687273"/>
              <a:gd name="connsiteX203" fmla="*/ 3432987 w 11243827"/>
              <a:gd name="connsiteY203" fmla="*/ 5545768 h 5687273"/>
              <a:gd name="connsiteX204" fmla="*/ 3176381 w 11243827"/>
              <a:gd name="connsiteY204" fmla="*/ 5556110 h 5687273"/>
              <a:gd name="connsiteX205" fmla="*/ 2710156 w 11243827"/>
              <a:gd name="connsiteY205" fmla="*/ 5527517 h 5687273"/>
              <a:gd name="connsiteX206" fmla="*/ 2550206 w 11243827"/>
              <a:gd name="connsiteY206" fmla="*/ 5524958 h 5687273"/>
              <a:gd name="connsiteX207" fmla="*/ 2443041 w 11243827"/>
              <a:gd name="connsiteY207" fmla="*/ 5523990 h 5687273"/>
              <a:gd name="connsiteX208" fmla="*/ 2435613 w 11243827"/>
              <a:gd name="connsiteY208" fmla="*/ 5526704 h 5687273"/>
              <a:gd name="connsiteX209" fmla="*/ 2405682 w 11243827"/>
              <a:gd name="connsiteY209" fmla="*/ 5528307 h 5687273"/>
              <a:gd name="connsiteX210" fmla="*/ 2397487 w 11243827"/>
              <a:gd name="connsiteY210" fmla="*/ 5540337 h 5687273"/>
              <a:gd name="connsiteX211" fmla="*/ 2297454 w 11243827"/>
              <a:gd name="connsiteY211" fmla="*/ 5550765 h 5687273"/>
              <a:gd name="connsiteX212" fmla="*/ 2056700 w 11243827"/>
              <a:gd name="connsiteY212" fmla="*/ 5555489 h 5687273"/>
              <a:gd name="connsiteX213" fmla="*/ 1878530 w 11243827"/>
              <a:gd name="connsiteY213" fmla="*/ 5535330 h 5687273"/>
              <a:gd name="connsiteX214" fmla="*/ 1859292 w 11243827"/>
              <a:gd name="connsiteY214" fmla="*/ 5535461 h 5687273"/>
              <a:gd name="connsiteX215" fmla="*/ 1835626 w 11243827"/>
              <a:gd name="connsiteY215" fmla="*/ 5533793 h 5687273"/>
              <a:gd name="connsiteX216" fmla="*/ 1798939 w 11243827"/>
              <a:gd name="connsiteY216" fmla="*/ 5540285 h 5687273"/>
              <a:gd name="connsiteX217" fmla="*/ 1779046 w 11243827"/>
              <a:gd name="connsiteY217" fmla="*/ 5549949 h 5687273"/>
              <a:gd name="connsiteX218" fmla="*/ 1772421 w 11243827"/>
              <a:gd name="connsiteY218" fmla="*/ 5549018 h 5687273"/>
              <a:gd name="connsiteX219" fmla="*/ 1772052 w 11243827"/>
              <a:gd name="connsiteY219" fmla="*/ 5545689 h 5687273"/>
              <a:gd name="connsiteX220" fmla="*/ 1711543 w 11243827"/>
              <a:gd name="connsiteY220" fmla="*/ 5534558 h 5687273"/>
              <a:gd name="connsiteX221" fmla="*/ 1698891 w 11243827"/>
              <a:gd name="connsiteY221" fmla="*/ 5513187 h 5687273"/>
              <a:gd name="connsiteX222" fmla="*/ 1538763 w 11243827"/>
              <a:gd name="connsiteY222" fmla="*/ 5482781 h 5687273"/>
              <a:gd name="connsiteX223" fmla="*/ 1501533 w 11243827"/>
              <a:gd name="connsiteY223" fmla="*/ 5467817 h 5687273"/>
              <a:gd name="connsiteX224" fmla="*/ 1461266 w 11243827"/>
              <a:gd name="connsiteY224" fmla="*/ 5469343 h 5687273"/>
              <a:gd name="connsiteX225" fmla="*/ 1449415 w 11243827"/>
              <a:gd name="connsiteY225" fmla="*/ 5460467 h 5687273"/>
              <a:gd name="connsiteX226" fmla="*/ 1447454 w 11243827"/>
              <a:gd name="connsiteY226" fmla="*/ 5458776 h 5687273"/>
              <a:gd name="connsiteX227" fmla="*/ 1437814 w 11243827"/>
              <a:gd name="connsiteY227" fmla="*/ 5455515 h 5687273"/>
              <a:gd name="connsiteX228" fmla="*/ 1437334 w 11243827"/>
              <a:gd name="connsiteY228" fmla="*/ 5450209 h 5687273"/>
              <a:gd name="connsiteX229" fmla="*/ 1424429 w 11243827"/>
              <a:gd name="connsiteY229" fmla="*/ 5442157 h 5687273"/>
              <a:gd name="connsiteX230" fmla="*/ 1406063 w 11243827"/>
              <a:gd name="connsiteY230" fmla="*/ 5437380 h 5687273"/>
              <a:gd name="connsiteX231" fmla="*/ 1316379 w 11243827"/>
              <a:gd name="connsiteY231" fmla="*/ 5419601 h 5687273"/>
              <a:gd name="connsiteX232" fmla="*/ 1264090 w 11243827"/>
              <a:gd name="connsiteY232" fmla="*/ 5406153 h 5687273"/>
              <a:gd name="connsiteX233" fmla="*/ 1246374 w 11243827"/>
              <a:gd name="connsiteY233" fmla="*/ 5396631 h 5687273"/>
              <a:gd name="connsiteX234" fmla="*/ 1220190 w 11243827"/>
              <a:gd name="connsiteY234" fmla="*/ 5386301 h 5687273"/>
              <a:gd name="connsiteX235" fmla="*/ 1175643 w 11243827"/>
              <a:gd name="connsiteY235" fmla="*/ 5364651 h 5687273"/>
              <a:gd name="connsiteX236" fmla="*/ 1150342 w 11243827"/>
              <a:gd name="connsiteY236" fmla="*/ 5358447 h 5687273"/>
              <a:gd name="connsiteX237" fmla="*/ 1137272 w 11243827"/>
              <a:gd name="connsiteY237" fmla="*/ 5351191 h 5687273"/>
              <a:gd name="connsiteX238" fmla="*/ 1131268 w 11243827"/>
              <a:gd name="connsiteY238" fmla="*/ 5350530 h 5687273"/>
              <a:gd name="connsiteX239" fmla="*/ 1112024 w 11243827"/>
              <a:gd name="connsiteY239" fmla="*/ 5345786 h 5687273"/>
              <a:gd name="connsiteX240" fmla="*/ 1100870 w 11243827"/>
              <a:gd name="connsiteY240" fmla="*/ 5343651 h 5687273"/>
              <a:gd name="connsiteX241" fmla="*/ 1096383 w 11243827"/>
              <a:gd name="connsiteY241" fmla="*/ 5343015 h 5687273"/>
              <a:gd name="connsiteX242" fmla="*/ 1085571 w 11243827"/>
              <a:gd name="connsiteY242" fmla="*/ 5345836 h 5687273"/>
              <a:gd name="connsiteX243" fmla="*/ 1073168 w 11243827"/>
              <a:gd name="connsiteY243" fmla="*/ 5341521 h 5687273"/>
              <a:gd name="connsiteX244" fmla="*/ 1058039 w 11243827"/>
              <a:gd name="connsiteY244" fmla="*/ 5343504 h 5687273"/>
              <a:gd name="connsiteX245" fmla="*/ 1055426 w 11243827"/>
              <a:gd name="connsiteY245" fmla="*/ 5339088 h 5687273"/>
              <a:gd name="connsiteX246" fmla="*/ 1044738 w 11243827"/>
              <a:gd name="connsiteY246" fmla="*/ 5333063 h 5687273"/>
              <a:gd name="connsiteX247" fmla="*/ 1033909 w 11243827"/>
              <a:gd name="connsiteY247" fmla="*/ 5335680 h 5687273"/>
              <a:gd name="connsiteX248" fmla="*/ 1012649 w 11243827"/>
              <a:gd name="connsiteY248" fmla="*/ 5334541 h 5687273"/>
              <a:gd name="connsiteX249" fmla="*/ 1007115 w 11243827"/>
              <a:gd name="connsiteY249" fmla="*/ 5332775 h 5687273"/>
              <a:gd name="connsiteX250" fmla="*/ 986002 w 11243827"/>
              <a:gd name="connsiteY250" fmla="*/ 5334906 h 5687273"/>
              <a:gd name="connsiteX251" fmla="*/ 953418 w 11243827"/>
              <a:gd name="connsiteY251" fmla="*/ 5333901 h 5687273"/>
              <a:gd name="connsiteX252" fmla="*/ 916854 w 11243827"/>
              <a:gd name="connsiteY252" fmla="*/ 5329435 h 5687273"/>
              <a:gd name="connsiteX253" fmla="*/ 905651 w 11243827"/>
              <a:gd name="connsiteY253" fmla="*/ 5332114 h 5687273"/>
              <a:gd name="connsiteX254" fmla="*/ 836961 w 11243827"/>
              <a:gd name="connsiteY254" fmla="*/ 5330803 h 5687273"/>
              <a:gd name="connsiteX255" fmla="*/ 817627 w 11243827"/>
              <a:gd name="connsiteY255" fmla="*/ 5330580 h 5687273"/>
              <a:gd name="connsiteX256" fmla="*/ 801817 w 11243827"/>
              <a:gd name="connsiteY256" fmla="*/ 5325937 h 5687273"/>
              <a:gd name="connsiteX257" fmla="*/ 798857 w 11243827"/>
              <a:gd name="connsiteY257" fmla="*/ 5320979 h 5687273"/>
              <a:gd name="connsiteX258" fmla="*/ 788354 w 11243827"/>
              <a:gd name="connsiteY258" fmla="*/ 5320143 h 5687273"/>
              <a:gd name="connsiteX259" fmla="*/ 785726 w 11243827"/>
              <a:gd name="connsiteY259" fmla="*/ 5318989 h 5687273"/>
              <a:gd name="connsiteX260" fmla="*/ 770507 w 11243827"/>
              <a:gd name="connsiteY260" fmla="*/ 5313309 h 5687273"/>
              <a:gd name="connsiteX261" fmla="*/ 733810 w 11243827"/>
              <a:gd name="connsiteY261" fmla="*/ 5324286 h 5687273"/>
              <a:gd name="connsiteX262" fmla="*/ 692117 w 11243827"/>
              <a:gd name="connsiteY262" fmla="*/ 5318786 h 5687273"/>
              <a:gd name="connsiteX263" fmla="*/ 528894 w 11243827"/>
              <a:gd name="connsiteY263" fmla="*/ 5327578 h 5687273"/>
              <a:gd name="connsiteX264" fmla="*/ 507005 w 11243827"/>
              <a:gd name="connsiteY264" fmla="*/ 5310149 h 5687273"/>
              <a:gd name="connsiteX265" fmla="*/ 441302 w 11243827"/>
              <a:gd name="connsiteY265" fmla="*/ 5307062 h 5687273"/>
              <a:gd name="connsiteX266" fmla="*/ 336819 w 11243827"/>
              <a:gd name="connsiteY266" fmla="*/ 5336690 h 5687273"/>
              <a:gd name="connsiteX267" fmla="*/ 215763 w 11243827"/>
              <a:gd name="connsiteY267" fmla="*/ 5332575 h 5687273"/>
              <a:gd name="connsiteX268" fmla="*/ 205927 w 11243827"/>
              <a:gd name="connsiteY268" fmla="*/ 5339672 h 5687273"/>
              <a:gd name="connsiteX269" fmla="*/ 194189 w 11243827"/>
              <a:gd name="connsiteY269" fmla="*/ 5343588 h 5687273"/>
              <a:gd name="connsiteX270" fmla="*/ 192552 w 11243827"/>
              <a:gd name="connsiteY270" fmla="*/ 5342845 h 5687273"/>
              <a:gd name="connsiteX271" fmla="*/ 178320 w 11243827"/>
              <a:gd name="connsiteY271" fmla="*/ 5343766 h 5687273"/>
              <a:gd name="connsiteX272" fmla="*/ 175596 w 11243827"/>
              <a:gd name="connsiteY272" fmla="*/ 5346411 h 5687273"/>
              <a:gd name="connsiteX273" fmla="*/ 165951 w 11243827"/>
              <a:gd name="connsiteY273" fmla="*/ 5347808 h 5687273"/>
              <a:gd name="connsiteX274" fmla="*/ 147287 w 11243827"/>
              <a:gd name="connsiteY274" fmla="*/ 5352625 h 5687273"/>
              <a:gd name="connsiteX275" fmla="*/ 143484 w 11243827"/>
              <a:gd name="connsiteY275" fmla="*/ 5351591 h 5687273"/>
              <a:gd name="connsiteX276" fmla="*/ 114847 w 11243827"/>
              <a:gd name="connsiteY276" fmla="*/ 5355844 h 5687273"/>
              <a:gd name="connsiteX277" fmla="*/ 114306 w 11243827"/>
              <a:gd name="connsiteY277" fmla="*/ 5354983 h 5687273"/>
              <a:gd name="connsiteX278" fmla="*/ 105588 w 11243827"/>
              <a:gd name="connsiteY278" fmla="*/ 5352169 h 5687273"/>
              <a:gd name="connsiteX279" fmla="*/ 89264 w 11243827"/>
              <a:gd name="connsiteY279" fmla="*/ 5348886 h 5687273"/>
              <a:gd name="connsiteX280" fmla="*/ 49794 w 11243827"/>
              <a:gd name="connsiteY280" fmla="*/ 5329950 h 5687273"/>
              <a:gd name="connsiteX281" fmla="*/ 19924 w 11243827"/>
              <a:gd name="connsiteY281" fmla="*/ 5334282 h 5687273"/>
              <a:gd name="connsiteX282" fmla="*/ 13819 w 11243827"/>
              <a:gd name="connsiteY282" fmla="*/ 5334653 h 5687273"/>
              <a:gd name="connsiteX283" fmla="*/ 13657 w 11243827"/>
              <a:gd name="connsiteY283" fmla="*/ 5334455 h 5687273"/>
              <a:gd name="connsiteX284" fmla="*/ 7139 w 11243827"/>
              <a:gd name="connsiteY284" fmla="*/ 5334438 h 5687273"/>
              <a:gd name="connsiteX285" fmla="*/ 2684 w 11243827"/>
              <a:gd name="connsiteY285" fmla="*/ 5335333 h 5687273"/>
              <a:gd name="connsiteX286" fmla="*/ 0 w 11243827"/>
              <a:gd name="connsiteY286" fmla="*/ 5335496 h 5687273"/>
              <a:gd name="connsiteX287" fmla="*/ 0 w 11243827"/>
              <a:gd name="connsiteY287" fmla="*/ 10592 h 5687273"/>
              <a:gd name="connsiteX288" fmla="*/ 11243827 w 11243827"/>
              <a:gd name="connsiteY288" fmla="*/ 0 h 56872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05927 w 11243827"/>
              <a:gd name="connsiteY267" fmla="*/ 5339672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70932 w 11243827"/>
              <a:gd name="connsiteY267" fmla="*/ 5345451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105588 w 11243827"/>
              <a:gd name="connsiteY276" fmla="*/ 5352169 h 5641173"/>
              <a:gd name="connsiteX277" fmla="*/ 89264 w 11243827"/>
              <a:gd name="connsiteY277" fmla="*/ 5348886 h 5641173"/>
              <a:gd name="connsiteX278" fmla="*/ 49794 w 11243827"/>
              <a:gd name="connsiteY278" fmla="*/ 5329950 h 5641173"/>
              <a:gd name="connsiteX279" fmla="*/ 19924 w 11243827"/>
              <a:gd name="connsiteY279" fmla="*/ 5334282 h 5641173"/>
              <a:gd name="connsiteX280" fmla="*/ 13819 w 11243827"/>
              <a:gd name="connsiteY280" fmla="*/ 5334653 h 5641173"/>
              <a:gd name="connsiteX281" fmla="*/ 13657 w 11243827"/>
              <a:gd name="connsiteY281" fmla="*/ 5334455 h 5641173"/>
              <a:gd name="connsiteX282" fmla="*/ 7139 w 11243827"/>
              <a:gd name="connsiteY282" fmla="*/ 5334438 h 5641173"/>
              <a:gd name="connsiteX283" fmla="*/ 2684 w 11243827"/>
              <a:gd name="connsiteY283" fmla="*/ 5335333 h 5641173"/>
              <a:gd name="connsiteX284" fmla="*/ 0 w 11243827"/>
              <a:gd name="connsiteY284" fmla="*/ 5335496 h 5641173"/>
              <a:gd name="connsiteX285" fmla="*/ 0 w 11243827"/>
              <a:gd name="connsiteY285" fmla="*/ 10592 h 5641173"/>
              <a:gd name="connsiteX286" fmla="*/ 11243827 w 11243827"/>
              <a:gd name="connsiteY286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89264 w 11243827"/>
              <a:gd name="connsiteY276" fmla="*/ 5348886 h 5641173"/>
              <a:gd name="connsiteX277" fmla="*/ 49794 w 11243827"/>
              <a:gd name="connsiteY277" fmla="*/ 5329950 h 5641173"/>
              <a:gd name="connsiteX278" fmla="*/ 19924 w 11243827"/>
              <a:gd name="connsiteY278" fmla="*/ 5334282 h 5641173"/>
              <a:gd name="connsiteX279" fmla="*/ 13819 w 11243827"/>
              <a:gd name="connsiteY279" fmla="*/ 5334653 h 5641173"/>
              <a:gd name="connsiteX280" fmla="*/ 13657 w 11243827"/>
              <a:gd name="connsiteY280" fmla="*/ 5334455 h 5641173"/>
              <a:gd name="connsiteX281" fmla="*/ 7139 w 11243827"/>
              <a:gd name="connsiteY281" fmla="*/ 5334438 h 5641173"/>
              <a:gd name="connsiteX282" fmla="*/ 2684 w 11243827"/>
              <a:gd name="connsiteY282" fmla="*/ 5335333 h 5641173"/>
              <a:gd name="connsiteX283" fmla="*/ 0 w 11243827"/>
              <a:gd name="connsiteY283" fmla="*/ 5335496 h 5641173"/>
              <a:gd name="connsiteX284" fmla="*/ 0 w 11243827"/>
              <a:gd name="connsiteY284" fmla="*/ 10592 h 5641173"/>
              <a:gd name="connsiteX285" fmla="*/ 11243827 w 11243827"/>
              <a:gd name="connsiteY285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14847 w 11243827"/>
              <a:gd name="connsiteY273" fmla="*/ 5355844 h 5641173"/>
              <a:gd name="connsiteX274" fmla="*/ 114306 w 11243827"/>
              <a:gd name="connsiteY274" fmla="*/ 5354983 h 5641173"/>
              <a:gd name="connsiteX275" fmla="*/ 89264 w 11243827"/>
              <a:gd name="connsiteY275" fmla="*/ 5348886 h 5641173"/>
              <a:gd name="connsiteX276" fmla="*/ 49794 w 11243827"/>
              <a:gd name="connsiteY276" fmla="*/ 5329950 h 5641173"/>
              <a:gd name="connsiteX277" fmla="*/ 19924 w 11243827"/>
              <a:gd name="connsiteY277" fmla="*/ 5334282 h 5641173"/>
              <a:gd name="connsiteX278" fmla="*/ 13819 w 11243827"/>
              <a:gd name="connsiteY278" fmla="*/ 5334653 h 5641173"/>
              <a:gd name="connsiteX279" fmla="*/ 13657 w 11243827"/>
              <a:gd name="connsiteY279" fmla="*/ 5334455 h 5641173"/>
              <a:gd name="connsiteX280" fmla="*/ 7139 w 11243827"/>
              <a:gd name="connsiteY280" fmla="*/ 5334438 h 5641173"/>
              <a:gd name="connsiteX281" fmla="*/ 2684 w 11243827"/>
              <a:gd name="connsiteY281" fmla="*/ 5335333 h 5641173"/>
              <a:gd name="connsiteX282" fmla="*/ 0 w 11243827"/>
              <a:gd name="connsiteY282" fmla="*/ 5335496 h 5641173"/>
              <a:gd name="connsiteX283" fmla="*/ 0 w 11243827"/>
              <a:gd name="connsiteY283" fmla="*/ 10592 h 5641173"/>
              <a:gd name="connsiteX284" fmla="*/ 11243827 w 11243827"/>
              <a:gd name="connsiteY284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47287 w 11243827"/>
              <a:gd name="connsiteY271" fmla="*/ 5352625 h 5641173"/>
              <a:gd name="connsiteX272" fmla="*/ 114847 w 11243827"/>
              <a:gd name="connsiteY272" fmla="*/ 5355844 h 5641173"/>
              <a:gd name="connsiteX273" fmla="*/ 114306 w 11243827"/>
              <a:gd name="connsiteY273" fmla="*/ 5354983 h 5641173"/>
              <a:gd name="connsiteX274" fmla="*/ 89264 w 11243827"/>
              <a:gd name="connsiteY274" fmla="*/ 5348886 h 5641173"/>
              <a:gd name="connsiteX275" fmla="*/ 49794 w 11243827"/>
              <a:gd name="connsiteY275" fmla="*/ 5329950 h 5641173"/>
              <a:gd name="connsiteX276" fmla="*/ 19924 w 11243827"/>
              <a:gd name="connsiteY276" fmla="*/ 5334282 h 5641173"/>
              <a:gd name="connsiteX277" fmla="*/ 13819 w 11243827"/>
              <a:gd name="connsiteY277" fmla="*/ 5334653 h 5641173"/>
              <a:gd name="connsiteX278" fmla="*/ 13657 w 11243827"/>
              <a:gd name="connsiteY278" fmla="*/ 5334455 h 5641173"/>
              <a:gd name="connsiteX279" fmla="*/ 7139 w 11243827"/>
              <a:gd name="connsiteY279" fmla="*/ 5334438 h 5641173"/>
              <a:gd name="connsiteX280" fmla="*/ 2684 w 11243827"/>
              <a:gd name="connsiteY280" fmla="*/ 5335333 h 5641173"/>
              <a:gd name="connsiteX281" fmla="*/ 0 w 11243827"/>
              <a:gd name="connsiteY281" fmla="*/ 5335496 h 5641173"/>
              <a:gd name="connsiteX282" fmla="*/ 0 w 11243827"/>
              <a:gd name="connsiteY282" fmla="*/ 10592 h 5641173"/>
              <a:gd name="connsiteX283" fmla="*/ 11243827 w 11243827"/>
              <a:gd name="connsiteY283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12024 w 11243827"/>
              <a:gd name="connsiteY238" fmla="*/ 5345786 h 5641173"/>
              <a:gd name="connsiteX239" fmla="*/ 1100870 w 11243827"/>
              <a:gd name="connsiteY239" fmla="*/ 5343651 h 5641173"/>
              <a:gd name="connsiteX240" fmla="*/ 1096383 w 11243827"/>
              <a:gd name="connsiteY240" fmla="*/ 5343015 h 5641173"/>
              <a:gd name="connsiteX241" fmla="*/ 1085571 w 11243827"/>
              <a:gd name="connsiteY241" fmla="*/ 5345836 h 5641173"/>
              <a:gd name="connsiteX242" fmla="*/ 1073168 w 11243827"/>
              <a:gd name="connsiteY242" fmla="*/ 5341521 h 5641173"/>
              <a:gd name="connsiteX243" fmla="*/ 1058039 w 11243827"/>
              <a:gd name="connsiteY243" fmla="*/ 5343504 h 5641173"/>
              <a:gd name="connsiteX244" fmla="*/ 1055426 w 11243827"/>
              <a:gd name="connsiteY244" fmla="*/ 5339088 h 5641173"/>
              <a:gd name="connsiteX245" fmla="*/ 1044738 w 11243827"/>
              <a:gd name="connsiteY245" fmla="*/ 5333063 h 5641173"/>
              <a:gd name="connsiteX246" fmla="*/ 1033909 w 11243827"/>
              <a:gd name="connsiteY246" fmla="*/ 5335680 h 5641173"/>
              <a:gd name="connsiteX247" fmla="*/ 1012649 w 11243827"/>
              <a:gd name="connsiteY247" fmla="*/ 5334541 h 5641173"/>
              <a:gd name="connsiteX248" fmla="*/ 1007115 w 11243827"/>
              <a:gd name="connsiteY248" fmla="*/ 5332775 h 5641173"/>
              <a:gd name="connsiteX249" fmla="*/ 986002 w 11243827"/>
              <a:gd name="connsiteY249" fmla="*/ 5334906 h 5641173"/>
              <a:gd name="connsiteX250" fmla="*/ 953418 w 11243827"/>
              <a:gd name="connsiteY250" fmla="*/ 5333901 h 5641173"/>
              <a:gd name="connsiteX251" fmla="*/ 916854 w 11243827"/>
              <a:gd name="connsiteY251" fmla="*/ 5329435 h 5641173"/>
              <a:gd name="connsiteX252" fmla="*/ 905651 w 11243827"/>
              <a:gd name="connsiteY252" fmla="*/ 5332114 h 5641173"/>
              <a:gd name="connsiteX253" fmla="*/ 836961 w 11243827"/>
              <a:gd name="connsiteY253" fmla="*/ 5330803 h 5641173"/>
              <a:gd name="connsiteX254" fmla="*/ 817627 w 11243827"/>
              <a:gd name="connsiteY254" fmla="*/ 5330580 h 5641173"/>
              <a:gd name="connsiteX255" fmla="*/ 801817 w 11243827"/>
              <a:gd name="connsiteY255" fmla="*/ 5325937 h 5641173"/>
              <a:gd name="connsiteX256" fmla="*/ 798857 w 11243827"/>
              <a:gd name="connsiteY256" fmla="*/ 5320979 h 5641173"/>
              <a:gd name="connsiteX257" fmla="*/ 788354 w 11243827"/>
              <a:gd name="connsiteY257" fmla="*/ 5320143 h 5641173"/>
              <a:gd name="connsiteX258" fmla="*/ 785726 w 11243827"/>
              <a:gd name="connsiteY258" fmla="*/ 5318989 h 5641173"/>
              <a:gd name="connsiteX259" fmla="*/ 770507 w 11243827"/>
              <a:gd name="connsiteY259" fmla="*/ 5313309 h 5641173"/>
              <a:gd name="connsiteX260" fmla="*/ 733810 w 11243827"/>
              <a:gd name="connsiteY260" fmla="*/ 5324286 h 5641173"/>
              <a:gd name="connsiteX261" fmla="*/ 692117 w 11243827"/>
              <a:gd name="connsiteY261" fmla="*/ 5318786 h 5641173"/>
              <a:gd name="connsiteX262" fmla="*/ 574943 w 11243827"/>
              <a:gd name="connsiteY262" fmla="*/ 5327578 h 5641173"/>
              <a:gd name="connsiteX263" fmla="*/ 441302 w 11243827"/>
              <a:gd name="connsiteY263" fmla="*/ 5307062 h 5641173"/>
              <a:gd name="connsiteX264" fmla="*/ 336819 w 11243827"/>
              <a:gd name="connsiteY264" fmla="*/ 5336690 h 5641173"/>
              <a:gd name="connsiteX265" fmla="*/ 270932 w 11243827"/>
              <a:gd name="connsiteY265" fmla="*/ 5345451 h 5641173"/>
              <a:gd name="connsiteX266" fmla="*/ 194189 w 11243827"/>
              <a:gd name="connsiteY266" fmla="*/ 5343588 h 5641173"/>
              <a:gd name="connsiteX267" fmla="*/ 192552 w 11243827"/>
              <a:gd name="connsiteY267" fmla="*/ 5342845 h 5641173"/>
              <a:gd name="connsiteX268" fmla="*/ 178320 w 11243827"/>
              <a:gd name="connsiteY268" fmla="*/ 5343766 h 5641173"/>
              <a:gd name="connsiteX269" fmla="*/ 175596 w 11243827"/>
              <a:gd name="connsiteY269" fmla="*/ 5346411 h 5641173"/>
              <a:gd name="connsiteX270" fmla="*/ 147287 w 11243827"/>
              <a:gd name="connsiteY270" fmla="*/ 5352625 h 5641173"/>
              <a:gd name="connsiteX271" fmla="*/ 114847 w 11243827"/>
              <a:gd name="connsiteY271" fmla="*/ 5355844 h 5641173"/>
              <a:gd name="connsiteX272" fmla="*/ 114306 w 11243827"/>
              <a:gd name="connsiteY272" fmla="*/ 5354983 h 5641173"/>
              <a:gd name="connsiteX273" fmla="*/ 89264 w 11243827"/>
              <a:gd name="connsiteY273" fmla="*/ 5348886 h 5641173"/>
              <a:gd name="connsiteX274" fmla="*/ 49794 w 11243827"/>
              <a:gd name="connsiteY274" fmla="*/ 5329950 h 5641173"/>
              <a:gd name="connsiteX275" fmla="*/ 19924 w 11243827"/>
              <a:gd name="connsiteY275" fmla="*/ 5334282 h 5641173"/>
              <a:gd name="connsiteX276" fmla="*/ 13819 w 11243827"/>
              <a:gd name="connsiteY276" fmla="*/ 5334653 h 5641173"/>
              <a:gd name="connsiteX277" fmla="*/ 13657 w 11243827"/>
              <a:gd name="connsiteY277" fmla="*/ 5334455 h 5641173"/>
              <a:gd name="connsiteX278" fmla="*/ 7139 w 11243827"/>
              <a:gd name="connsiteY278" fmla="*/ 5334438 h 5641173"/>
              <a:gd name="connsiteX279" fmla="*/ 2684 w 11243827"/>
              <a:gd name="connsiteY279" fmla="*/ 5335333 h 5641173"/>
              <a:gd name="connsiteX280" fmla="*/ 0 w 11243827"/>
              <a:gd name="connsiteY280" fmla="*/ 5335496 h 5641173"/>
              <a:gd name="connsiteX281" fmla="*/ 0 w 11243827"/>
              <a:gd name="connsiteY281" fmla="*/ 10592 h 5641173"/>
              <a:gd name="connsiteX282" fmla="*/ 11243827 w 11243827"/>
              <a:gd name="connsiteY282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73168 w 11243827"/>
              <a:gd name="connsiteY241" fmla="*/ 5341521 h 5641173"/>
              <a:gd name="connsiteX242" fmla="*/ 1058039 w 11243827"/>
              <a:gd name="connsiteY242" fmla="*/ 5343504 h 5641173"/>
              <a:gd name="connsiteX243" fmla="*/ 1055426 w 11243827"/>
              <a:gd name="connsiteY243" fmla="*/ 5339088 h 5641173"/>
              <a:gd name="connsiteX244" fmla="*/ 1044738 w 11243827"/>
              <a:gd name="connsiteY244" fmla="*/ 5333063 h 5641173"/>
              <a:gd name="connsiteX245" fmla="*/ 1033909 w 11243827"/>
              <a:gd name="connsiteY245" fmla="*/ 5335680 h 5641173"/>
              <a:gd name="connsiteX246" fmla="*/ 1012649 w 11243827"/>
              <a:gd name="connsiteY246" fmla="*/ 5334541 h 5641173"/>
              <a:gd name="connsiteX247" fmla="*/ 1007115 w 11243827"/>
              <a:gd name="connsiteY247" fmla="*/ 5332775 h 5641173"/>
              <a:gd name="connsiteX248" fmla="*/ 986002 w 11243827"/>
              <a:gd name="connsiteY248" fmla="*/ 5334906 h 5641173"/>
              <a:gd name="connsiteX249" fmla="*/ 953418 w 11243827"/>
              <a:gd name="connsiteY249" fmla="*/ 5333901 h 5641173"/>
              <a:gd name="connsiteX250" fmla="*/ 916854 w 11243827"/>
              <a:gd name="connsiteY250" fmla="*/ 5329435 h 5641173"/>
              <a:gd name="connsiteX251" fmla="*/ 905651 w 11243827"/>
              <a:gd name="connsiteY251" fmla="*/ 5332114 h 5641173"/>
              <a:gd name="connsiteX252" fmla="*/ 836961 w 11243827"/>
              <a:gd name="connsiteY252" fmla="*/ 5330803 h 5641173"/>
              <a:gd name="connsiteX253" fmla="*/ 817627 w 11243827"/>
              <a:gd name="connsiteY253" fmla="*/ 5330580 h 5641173"/>
              <a:gd name="connsiteX254" fmla="*/ 801817 w 11243827"/>
              <a:gd name="connsiteY254" fmla="*/ 5325937 h 5641173"/>
              <a:gd name="connsiteX255" fmla="*/ 798857 w 11243827"/>
              <a:gd name="connsiteY255" fmla="*/ 5320979 h 5641173"/>
              <a:gd name="connsiteX256" fmla="*/ 788354 w 11243827"/>
              <a:gd name="connsiteY256" fmla="*/ 5320143 h 5641173"/>
              <a:gd name="connsiteX257" fmla="*/ 785726 w 11243827"/>
              <a:gd name="connsiteY257" fmla="*/ 5318989 h 5641173"/>
              <a:gd name="connsiteX258" fmla="*/ 770507 w 11243827"/>
              <a:gd name="connsiteY258" fmla="*/ 5313309 h 5641173"/>
              <a:gd name="connsiteX259" fmla="*/ 733810 w 11243827"/>
              <a:gd name="connsiteY259" fmla="*/ 5324286 h 5641173"/>
              <a:gd name="connsiteX260" fmla="*/ 692117 w 11243827"/>
              <a:gd name="connsiteY260" fmla="*/ 5318786 h 5641173"/>
              <a:gd name="connsiteX261" fmla="*/ 574943 w 11243827"/>
              <a:gd name="connsiteY261" fmla="*/ 5327578 h 5641173"/>
              <a:gd name="connsiteX262" fmla="*/ 441302 w 11243827"/>
              <a:gd name="connsiteY262" fmla="*/ 5307062 h 5641173"/>
              <a:gd name="connsiteX263" fmla="*/ 336819 w 11243827"/>
              <a:gd name="connsiteY263" fmla="*/ 5336690 h 5641173"/>
              <a:gd name="connsiteX264" fmla="*/ 270932 w 11243827"/>
              <a:gd name="connsiteY264" fmla="*/ 5345451 h 5641173"/>
              <a:gd name="connsiteX265" fmla="*/ 194189 w 11243827"/>
              <a:gd name="connsiteY265" fmla="*/ 5343588 h 5641173"/>
              <a:gd name="connsiteX266" fmla="*/ 192552 w 11243827"/>
              <a:gd name="connsiteY266" fmla="*/ 5342845 h 5641173"/>
              <a:gd name="connsiteX267" fmla="*/ 178320 w 11243827"/>
              <a:gd name="connsiteY267" fmla="*/ 5343766 h 5641173"/>
              <a:gd name="connsiteX268" fmla="*/ 175596 w 11243827"/>
              <a:gd name="connsiteY268" fmla="*/ 5346411 h 5641173"/>
              <a:gd name="connsiteX269" fmla="*/ 147287 w 11243827"/>
              <a:gd name="connsiteY269" fmla="*/ 5352625 h 5641173"/>
              <a:gd name="connsiteX270" fmla="*/ 114847 w 11243827"/>
              <a:gd name="connsiteY270" fmla="*/ 5355844 h 5641173"/>
              <a:gd name="connsiteX271" fmla="*/ 114306 w 11243827"/>
              <a:gd name="connsiteY271" fmla="*/ 5354983 h 5641173"/>
              <a:gd name="connsiteX272" fmla="*/ 89264 w 11243827"/>
              <a:gd name="connsiteY272" fmla="*/ 5348886 h 5641173"/>
              <a:gd name="connsiteX273" fmla="*/ 49794 w 11243827"/>
              <a:gd name="connsiteY273" fmla="*/ 5329950 h 5641173"/>
              <a:gd name="connsiteX274" fmla="*/ 19924 w 11243827"/>
              <a:gd name="connsiteY274" fmla="*/ 5334282 h 5641173"/>
              <a:gd name="connsiteX275" fmla="*/ 13819 w 11243827"/>
              <a:gd name="connsiteY275" fmla="*/ 5334653 h 5641173"/>
              <a:gd name="connsiteX276" fmla="*/ 13657 w 11243827"/>
              <a:gd name="connsiteY276" fmla="*/ 5334455 h 5641173"/>
              <a:gd name="connsiteX277" fmla="*/ 7139 w 11243827"/>
              <a:gd name="connsiteY277" fmla="*/ 5334438 h 5641173"/>
              <a:gd name="connsiteX278" fmla="*/ 2684 w 11243827"/>
              <a:gd name="connsiteY278" fmla="*/ 5335333 h 5641173"/>
              <a:gd name="connsiteX279" fmla="*/ 0 w 11243827"/>
              <a:gd name="connsiteY279" fmla="*/ 5335496 h 5641173"/>
              <a:gd name="connsiteX280" fmla="*/ 0 w 11243827"/>
              <a:gd name="connsiteY280" fmla="*/ 10592 h 5641173"/>
              <a:gd name="connsiteX281" fmla="*/ 11243827 w 11243827"/>
              <a:gd name="connsiteY281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8405 w 11243827"/>
              <a:gd name="connsiteY251" fmla="*/ 5339470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209610 h 5641173"/>
              <a:gd name="connsiteX3" fmla="*/ 11240675 w 11243827"/>
              <a:gd name="connsiteY3" fmla="*/ 5210442 h 5641173"/>
              <a:gd name="connsiteX4" fmla="*/ 11179959 w 11243827"/>
              <a:gd name="connsiteY4" fmla="*/ 5221199 h 5641173"/>
              <a:gd name="connsiteX5" fmla="*/ 11105493 w 11243827"/>
              <a:gd name="connsiteY5" fmla="*/ 5259905 h 5641173"/>
              <a:gd name="connsiteX6" fmla="*/ 11078640 w 11243827"/>
              <a:gd name="connsiteY6" fmla="*/ 5263531 h 5641173"/>
              <a:gd name="connsiteX7" fmla="*/ 11079616 w 11243827"/>
              <a:gd name="connsiteY7" fmla="*/ 5270380 h 5641173"/>
              <a:gd name="connsiteX8" fmla="*/ 11069641 w 11243827"/>
              <a:gd name="connsiteY8" fmla="*/ 5270884 h 5641173"/>
              <a:gd name="connsiteX9" fmla="*/ 11047377 w 11243827"/>
              <a:gd name="connsiteY9" fmla="*/ 5271051 h 5641173"/>
              <a:gd name="connsiteX10" fmla="*/ 10980705 w 11243827"/>
              <a:gd name="connsiteY10" fmla="*/ 5272951 h 5641173"/>
              <a:gd name="connsiteX11" fmla="*/ 10962514 w 11243827"/>
              <a:gd name="connsiteY11" fmla="*/ 5286084 h 5641173"/>
              <a:gd name="connsiteX12" fmla="*/ 10945307 w 11243827"/>
              <a:gd name="connsiteY12" fmla="*/ 5286290 h 5641173"/>
              <a:gd name="connsiteX13" fmla="*/ 10845516 w 11243827"/>
              <a:gd name="connsiteY13" fmla="*/ 5303894 h 5641173"/>
              <a:gd name="connsiteX14" fmla="*/ 10831795 w 11243827"/>
              <a:gd name="connsiteY14" fmla="*/ 5305210 h 5641173"/>
              <a:gd name="connsiteX15" fmla="*/ 10824365 w 11243827"/>
              <a:gd name="connsiteY15" fmla="*/ 5311111 h 5641173"/>
              <a:gd name="connsiteX16" fmla="*/ 10797756 w 11243827"/>
              <a:gd name="connsiteY16" fmla="*/ 5312285 h 5641173"/>
              <a:gd name="connsiteX17" fmla="*/ 10796525 w 11243827"/>
              <a:gd name="connsiteY17" fmla="*/ 5315645 h 5641173"/>
              <a:gd name="connsiteX18" fmla="*/ 10709063 w 11243827"/>
              <a:gd name="connsiteY18" fmla="*/ 5344492 h 5641173"/>
              <a:gd name="connsiteX19" fmla="*/ 10694078 w 11243827"/>
              <a:gd name="connsiteY19" fmla="*/ 5349258 h 5641173"/>
              <a:gd name="connsiteX20" fmla="*/ 10681131 w 11243827"/>
              <a:gd name="connsiteY20" fmla="*/ 5347812 h 5641173"/>
              <a:gd name="connsiteX21" fmla="*/ 10609448 w 11243827"/>
              <a:gd name="connsiteY21" fmla="*/ 5351931 h 5641173"/>
              <a:gd name="connsiteX22" fmla="*/ 10592397 w 11243827"/>
              <a:gd name="connsiteY22" fmla="*/ 5349402 h 5641173"/>
              <a:gd name="connsiteX23" fmla="*/ 10585227 w 11243827"/>
              <a:gd name="connsiteY23" fmla="*/ 5344063 h 5641173"/>
              <a:gd name="connsiteX24" fmla="*/ 10557472 w 11243827"/>
              <a:gd name="connsiteY24" fmla="*/ 5354151 h 5641173"/>
              <a:gd name="connsiteX25" fmla="*/ 10514646 w 11243827"/>
              <a:gd name="connsiteY25" fmla="*/ 5361064 h 5641173"/>
              <a:gd name="connsiteX26" fmla="*/ 10494292 w 11243827"/>
              <a:gd name="connsiteY26" fmla="*/ 5366054 h 5641173"/>
              <a:gd name="connsiteX27" fmla="*/ 10477869 w 11243827"/>
              <a:gd name="connsiteY27" fmla="*/ 5363025 h 5641173"/>
              <a:gd name="connsiteX28" fmla="*/ 10384411 w 11243827"/>
              <a:gd name="connsiteY28" fmla="*/ 5362257 h 5641173"/>
              <a:gd name="connsiteX29" fmla="*/ 10362921 w 11243827"/>
              <a:gd name="connsiteY29" fmla="*/ 5357444 h 5641173"/>
              <a:gd name="connsiteX30" fmla="*/ 10352736 w 11243827"/>
              <a:gd name="connsiteY30" fmla="*/ 5347851 h 5641173"/>
              <a:gd name="connsiteX31" fmla="*/ 10344754 w 11243827"/>
              <a:gd name="connsiteY31" fmla="*/ 5351272 h 5641173"/>
              <a:gd name="connsiteX32" fmla="*/ 10288226 w 11243827"/>
              <a:gd name="connsiteY32" fmla="*/ 5351613 h 5641173"/>
              <a:gd name="connsiteX33" fmla="*/ 10251350 w 11243827"/>
              <a:gd name="connsiteY33" fmla="*/ 5352711 h 5641173"/>
              <a:gd name="connsiteX34" fmla="*/ 10249108 w 11243827"/>
              <a:gd name="connsiteY34" fmla="*/ 5365881 h 5641173"/>
              <a:gd name="connsiteX35" fmla="*/ 10216272 w 11243827"/>
              <a:gd name="connsiteY35" fmla="*/ 5370573 h 5641173"/>
              <a:gd name="connsiteX36" fmla="*/ 10181278 w 11243827"/>
              <a:gd name="connsiteY36" fmla="*/ 5362119 h 5641173"/>
              <a:gd name="connsiteX37" fmla="*/ 10140033 w 11243827"/>
              <a:gd name="connsiteY37" fmla="*/ 5363304 h 5641173"/>
              <a:gd name="connsiteX38" fmla="*/ 10115353 w 11243827"/>
              <a:gd name="connsiteY38" fmla="*/ 5363869 h 5641173"/>
              <a:gd name="connsiteX39" fmla="*/ 10050578 w 11243827"/>
              <a:gd name="connsiteY39" fmla="*/ 5376153 h 5641173"/>
              <a:gd name="connsiteX40" fmla="*/ 9945478 w 11243827"/>
              <a:gd name="connsiteY40" fmla="*/ 5422859 h 5641173"/>
              <a:gd name="connsiteX41" fmla="*/ 9912481 w 11243827"/>
              <a:gd name="connsiteY41" fmla="*/ 5429477 h 5641173"/>
              <a:gd name="connsiteX42" fmla="*/ 9906713 w 11243827"/>
              <a:gd name="connsiteY42" fmla="*/ 5426784 h 5641173"/>
              <a:gd name="connsiteX43" fmla="*/ 9742436 w 11243827"/>
              <a:gd name="connsiteY43" fmla="*/ 5454834 h 5641173"/>
              <a:gd name="connsiteX44" fmla="*/ 9713044 w 11243827"/>
              <a:gd name="connsiteY44" fmla="*/ 5456476 h 5641173"/>
              <a:gd name="connsiteX45" fmla="*/ 9691033 w 11243827"/>
              <a:gd name="connsiteY45" fmla="*/ 5455451 h 5641173"/>
              <a:gd name="connsiteX46" fmla="*/ 9638355 w 11243827"/>
              <a:gd name="connsiteY46" fmla="*/ 5464794 h 5641173"/>
              <a:gd name="connsiteX47" fmla="*/ 9552434 w 11243827"/>
              <a:gd name="connsiteY47" fmla="*/ 5485280 h 5641173"/>
              <a:gd name="connsiteX48" fmla="*/ 9533883 w 11243827"/>
              <a:gd name="connsiteY48" fmla="*/ 5488516 h 5641173"/>
              <a:gd name="connsiteX49" fmla="*/ 9516916 w 11243827"/>
              <a:gd name="connsiteY49" fmla="*/ 5486828 h 5641173"/>
              <a:gd name="connsiteX50" fmla="*/ 9512093 w 11243827"/>
              <a:gd name="connsiteY50" fmla="*/ 5482541 h 5641173"/>
              <a:gd name="connsiteX51" fmla="*/ 9501725 w 11243827"/>
              <a:gd name="connsiteY51" fmla="*/ 5483603 h 5641173"/>
              <a:gd name="connsiteX52" fmla="*/ 9498754 w 11243827"/>
              <a:gd name="connsiteY52" fmla="*/ 5482951 h 5641173"/>
              <a:gd name="connsiteX53" fmla="*/ 9481932 w 11243827"/>
              <a:gd name="connsiteY53" fmla="*/ 5480151 h 5641173"/>
              <a:gd name="connsiteX54" fmla="*/ 9451321 w 11243827"/>
              <a:gd name="connsiteY54" fmla="*/ 5497375 h 5641173"/>
              <a:gd name="connsiteX55" fmla="*/ 9409298 w 11243827"/>
              <a:gd name="connsiteY55" fmla="*/ 5499478 h 5641173"/>
              <a:gd name="connsiteX56" fmla="*/ 9303056 w 11243827"/>
              <a:gd name="connsiteY56" fmla="*/ 5519093 h 5641173"/>
              <a:gd name="connsiteX57" fmla="*/ 9229078 w 11243827"/>
              <a:gd name="connsiteY57" fmla="*/ 5524154 h 5641173"/>
              <a:gd name="connsiteX58" fmla="*/ 9165105 w 11243827"/>
              <a:gd name="connsiteY58" fmla="*/ 5532892 h 5641173"/>
              <a:gd name="connsiteX59" fmla="*/ 9077301 w 11243827"/>
              <a:gd name="connsiteY59" fmla="*/ 5580356 h 5641173"/>
              <a:gd name="connsiteX60" fmla="*/ 8960065 w 11243827"/>
              <a:gd name="connsiteY60" fmla="*/ 5597982 h 5641173"/>
              <a:gd name="connsiteX61" fmla="*/ 8953536 w 11243827"/>
              <a:gd name="connsiteY61" fmla="*/ 5606638 h 5641173"/>
              <a:gd name="connsiteX62" fmla="*/ 8943907 w 11243827"/>
              <a:gd name="connsiteY62" fmla="*/ 5612541 h 5641173"/>
              <a:gd name="connsiteX63" fmla="*/ 8942046 w 11243827"/>
              <a:gd name="connsiteY63" fmla="*/ 5612112 h 5641173"/>
              <a:gd name="connsiteX64" fmla="*/ 8928824 w 11243827"/>
              <a:gd name="connsiteY64" fmla="*/ 5615549 h 5641173"/>
              <a:gd name="connsiteX65" fmla="*/ 8927294 w 11243827"/>
              <a:gd name="connsiteY65" fmla="*/ 5618607 h 5641173"/>
              <a:gd name="connsiteX66" fmla="*/ 8918651 w 11243827"/>
              <a:gd name="connsiteY66" fmla="*/ 5621688 h 5641173"/>
              <a:gd name="connsiteX67" fmla="*/ 8902772 w 11243827"/>
              <a:gd name="connsiteY67" fmla="*/ 5629703 h 5641173"/>
              <a:gd name="connsiteX68" fmla="*/ 8898724 w 11243827"/>
              <a:gd name="connsiteY68" fmla="*/ 5629379 h 5641173"/>
              <a:gd name="connsiteX69" fmla="*/ 8873099 w 11243827"/>
              <a:gd name="connsiteY69" fmla="*/ 5638628 h 5641173"/>
              <a:gd name="connsiteX70" fmla="*/ 8872234 w 11243827"/>
              <a:gd name="connsiteY70" fmla="*/ 5637889 h 5641173"/>
              <a:gd name="connsiteX71" fmla="*/ 8862777 w 11243827"/>
              <a:gd name="connsiteY71" fmla="*/ 5636711 h 5641173"/>
              <a:gd name="connsiteX72" fmla="*/ 8845869 w 11243827"/>
              <a:gd name="connsiteY72" fmla="*/ 5636436 h 5641173"/>
              <a:gd name="connsiteX73" fmla="*/ 8800548 w 11243827"/>
              <a:gd name="connsiteY73" fmla="*/ 5625084 h 5641173"/>
              <a:gd name="connsiteX74" fmla="*/ 8773774 w 11243827"/>
              <a:gd name="connsiteY74" fmla="*/ 5634630 h 5641173"/>
              <a:gd name="connsiteX75" fmla="*/ 8698255 w 11243827"/>
              <a:gd name="connsiteY75" fmla="*/ 5636083 h 5641173"/>
              <a:gd name="connsiteX76" fmla="*/ 8619167 w 11243827"/>
              <a:gd name="connsiteY76" fmla="*/ 5619130 h 5641173"/>
              <a:gd name="connsiteX77" fmla="*/ 8539822 w 11243827"/>
              <a:gd name="connsiteY77" fmla="*/ 5616905 h 5641173"/>
              <a:gd name="connsiteX78" fmla="*/ 8511094 w 11243827"/>
              <a:gd name="connsiteY78" fmla="*/ 5617360 h 5641173"/>
              <a:gd name="connsiteX79" fmla="*/ 8459886 w 11243827"/>
              <a:gd name="connsiteY79" fmla="*/ 5612612 h 5641173"/>
              <a:gd name="connsiteX80" fmla="*/ 8436432 w 11243827"/>
              <a:gd name="connsiteY80" fmla="*/ 5606990 h 5641173"/>
              <a:gd name="connsiteX81" fmla="*/ 8435403 w 11243827"/>
              <a:gd name="connsiteY81" fmla="*/ 5607336 h 5641173"/>
              <a:gd name="connsiteX82" fmla="*/ 8433307 w 11243827"/>
              <a:gd name="connsiteY82" fmla="*/ 5604917 h 5641173"/>
              <a:gd name="connsiteX83" fmla="*/ 8428968 w 11243827"/>
              <a:gd name="connsiteY83" fmla="*/ 5603796 h 5641173"/>
              <a:gd name="connsiteX84" fmla="*/ 8417124 w 11243827"/>
              <a:gd name="connsiteY84" fmla="*/ 5604518 h 5641173"/>
              <a:gd name="connsiteX85" fmla="*/ 8412669 w 11243827"/>
              <a:gd name="connsiteY85" fmla="*/ 5605413 h 5641173"/>
              <a:gd name="connsiteX86" fmla="*/ 8406152 w 11243827"/>
              <a:gd name="connsiteY86" fmla="*/ 5605396 h 5641173"/>
              <a:gd name="connsiteX87" fmla="*/ 8405989 w 11243827"/>
              <a:gd name="connsiteY87" fmla="*/ 5605197 h 5641173"/>
              <a:gd name="connsiteX88" fmla="*/ 8399884 w 11243827"/>
              <a:gd name="connsiteY88" fmla="*/ 5605568 h 5641173"/>
              <a:gd name="connsiteX89" fmla="*/ 8370014 w 11243827"/>
              <a:gd name="connsiteY89" fmla="*/ 5609900 h 5641173"/>
              <a:gd name="connsiteX90" fmla="*/ 8330544 w 11243827"/>
              <a:gd name="connsiteY90" fmla="*/ 5590964 h 5641173"/>
              <a:gd name="connsiteX91" fmla="*/ 8314221 w 11243827"/>
              <a:gd name="connsiteY91" fmla="*/ 5587682 h 5641173"/>
              <a:gd name="connsiteX92" fmla="*/ 8305502 w 11243827"/>
              <a:gd name="connsiteY92" fmla="*/ 5584868 h 5641173"/>
              <a:gd name="connsiteX93" fmla="*/ 8304962 w 11243827"/>
              <a:gd name="connsiteY93" fmla="*/ 5584007 h 5641173"/>
              <a:gd name="connsiteX94" fmla="*/ 8276324 w 11243827"/>
              <a:gd name="connsiteY94" fmla="*/ 5588260 h 5641173"/>
              <a:gd name="connsiteX95" fmla="*/ 8272522 w 11243827"/>
              <a:gd name="connsiteY95" fmla="*/ 5587226 h 5641173"/>
              <a:gd name="connsiteX96" fmla="*/ 8253857 w 11243827"/>
              <a:gd name="connsiteY96" fmla="*/ 5592043 h 5641173"/>
              <a:gd name="connsiteX97" fmla="*/ 8244212 w 11243827"/>
              <a:gd name="connsiteY97" fmla="*/ 5593439 h 5641173"/>
              <a:gd name="connsiteX98" fmla="*/ 8241488 w 11243827"/>
              <a:gd name="connsiteY98" fmla="*/ 5596085 h 5641173"/>
              <a:gd name="connsiteX99" fmla="*/ 8227256 w 11243827"/>
              <a:gd name="connsiteY99" fmla="*/ 5597005 h 5641173"/>
              <a:gd name="connsiteX100" fmla="*/ 8225619 w 11243827"/>
              <a:gd name="connsiteY100" fmla="*/ 5596262 h 5641173"/>
              <a:gd name="connsiteX101" fmla="*/ 8213882 w 11243827"/>
              <a:gd name="connsiteY101" fmla="*/ 5600179 h 5641173"/>
              <a:gd name="connsiteX102" fmla="*/ 8204045 w 11243827"/>
              <a:gd name="connsiteY102" fmla="*/ 5607275 h 5641173"/>
              <a:gd name="connsiteX103" fmla="*/ 8082989 w 11243827"/>
              <a:gd name="connsiteY103" fmla="*/ 5603160 h 5641173"/>
              <a:gd name="connsiteX104" fmla="*/ 7976942 w 11243827"/>
              <a:gd name="connsiteY104" fmla="*/ 5598455 h 5641173"/>
              <a:gd name="connsiteX105" fmla="*/ 7950121 w 11243827"/>
              <a:gd name="connsiteY105" fmla="*/ 5590893 h 5641173"/>
              <a:gd name="connsiteX106" fmla="*/ 7727691 w 11243827"/>
              <a:gd name="connsiteY106" fmla="*/ 5621064 h 5641173"/>
              <a:gd name="connsiteX107" fmla="*/ 7685998 w 11243827"/>
              <a:gd name="connsiteY107" fmla="*/ 5615564 h 5641173"/>
              <a:gd name="connsiteX108" fmla="*/ 7649302 w 11243827"/>
              <a:gd name="connsiteY108" fmla="*/ 5626541 h 5641173"/>
              <a:gd name="connsiteX109" fmla="*/ 7634083 w 11243827"/>
              <a:gd name="connsiteY109" fmla="*/ 5620862 h 5641173"/>
              <a:gd name="connsiteX110" fmla="*/ 7631455 w 11243827"/>
              <a:gd name="connsiteY110" fmla="*/ 5619708 h 5641173"/>
              <a:gd name="connsiteX111" fmla="*/ 7620952 w 11243827"/>
              <a:gd name="connsiteY111" fmla="*/ 5618872 h 5641173"/>
              <a:gd name="connsiteX112" fmla="*/ 7617992 w 11243827"/>
              <a:gd name="connsiteY112" fmla="*/ 5613914 h 5641173"/>
              <a:gd name="connsiteX113" fmla="*/ 7602182 w 11243827"/>
              <a:gd name="connsiteY113" fmla="*/ 5609271 h 5641173"/>
              <a:gd name="connsiteX114" fmla="*/ 7582847 w 11243827"/>
              <a:gd name="connsiteY114" fmla="*/ 5609047 h 5641173"/>
              <a:gd name="connsiteX115" fmla="*/ 7514158 w 11243827"/>
              <a:gd name="connsiteY115" fmla="*/ 5607737 h 5641173"/>
              <a:gd name="connsiteX116" fmla="*/ 7502955 w 11243827"/>
              <a:gd name="connsiteY116" fmla="*/ 5610415 h 5641173"/>
              <a:gd name="connsiteX117" fmla="*/ 7466391 w 11243827"/>
              <a:gd name="connsiteY117" fmla="*/ 5605949 h 5641173"/>
              <a:gd name="connsiteX118" fmla="*/ 7433806 w 11243827"/>
              <a:gd name="connsiteY118" fmla="*/ 5604945 h 5641173"/>
              <a:gd name="connsiteX119" fmla="*/ 7412693 w 11243827"/>
              <a:gd name="connsiteY119" fmla="*/ 5607075 h 5641173"/>
              <a:gd name="connsiteX120" fmla="*/ 7407159 w 11243827"/>
              <a:gd name="connsiteY120" fmla="*/ 5605310 h 5641173"/>
              <a:gd name="connsiteX121" fmla="*/ 7385900 w 11243827"/>
              <a:gd name="connsiteY121" fmla="*/ 5604171 h 5641173"/>
              <a:gd name="connsiteX122" fmla="*/ 7375071 w 11243827"/>
              <a:gd name="connsiteY122" fmla="*/ 5606788 h 5641173"/>
              <a:gd name="connsiteX123" fmla="*/ 7364382 w 11243827"/>
              <a:gd name="connsiteY123" fmla="*/ 5600762 h 5641173"/>
              <a:gd name="connsiteX124" fmla="*/ 7361770 w 11243827"/>
              <a:gd name="connsiteY124" fmla="*/ 5596347 h 5641173"/>
              <a:gd name="connsiteX125" fmla="*/ 7346641 w 11243827"/>
              <a:gd name="connsiteY125" fmla="*/ 5598329 h 5641173"/>
              <a:gd name="connsiteX126" fmla="*/ 7334238 w 11243827"/>
              <a:gd name="connsiteY126" fmla="*/ 5594014 h 5641173"/>
              <a:gd name="connsiteX127" fmla="*/ 7323426 w 11243827"/>
              <a:gd name="connsiteY127" fmla="*/ 5596835 h 5641173"/>
              <a:gd name="connsiteX128" fmla="*/ 7318938 w 11243827"/>
              <a:gd name="connsiteY128" fmla="*/ 5596200 h 5641173"/>
              <a:gd name="connsiteX129" fmla="*/ 7307784 w 11243827"/>
              <a:gd name="connsiteY129" fmla="*/ 5594065 h 5641173"/>
              <a:gd name="connsiteX130" fmla="*/ 7288540 w 11243827"/>
              <a:gd name="connsiteY130" fmla="*/ 5589320 h 5641173"/>
              <a:gd name="connsiteX131" fmla="*/ 7282537 w 11243827"/>
              <a:gd name="connsiteY131" fmla="*/ 5588660 h 5641173"/>
              <a:gd name="connsiteX132" fmla="*/ 7269466 w 11243827"/>
              <a:gd name="connsiteY132" fmla="*/ 5581404 h 5641173"/>
              <a:gd name="connsiteX133" fmla="*/ 7244165 w 11243827"/>
              <a:gd name="connsiteY133" fmla="*/ 5575200 h 5641173"/>
              <a:gd name="connsiteX134" fmla="*/ 7199619 w 11243827"/>
              <a:gd name="connsiteY134" fmla="*/ 5553550 h 5641173"/>
              <a:gd name="connsiteX135" fmla="*/ 7173434 w 11243827"/>
              <a:gd name="connsiteY135" fmla="*/ 5543219 h 5641173"/>
              <a:gd name="connsiteX136" fmla="*/ 7155718 w 11243827"/>
              <a:gd name="connsiteY136" fmla="*/ 5533697 h 5641173"/>
              <a:gd name="connsiteX137" fmla="*/ 7103430 w 11243827"/>
              <a:gd name="connsiteY137" fmla="*/ 5520249 h 5641173"/>
              <a:gd name="connsiteX138" fmla="*/ 7013746 w 11243827"/>
              <a:gd name="connsiteY138" fmla="*/ 5502470 h 5641173"/>
              <a:gd name="connsiteX139" fmla="*/ 6995379 w 11243827"/>
              <a:gd name="connsiteY139" fmla="*/ 5497693 h 5641173"/>
              <a:gd name="connsiteX140" fmla="*/ 6982475 w 11243827"/>
              <a:gd name="connsiteY140" fmla="*/ 5489641 h 5641173"/>
              <a:gd name="connsiteX141" fmla="*/ 6981994 w 11243827"/>
              <a:gd name="connsiteY141" fmla="*/ 5484335 h 5641173"/>
              <a:gd name="connsiteX142" fmla="*/ 6972355 w 11243827"/>
              <a:gd name="connsiteY142" fmla="*/ 5481074 h 5641173"/>
              <a:gd name="connsiteX143" fmla="*/ 6970394 w 11243827"/>
              <a:gd name="connsiteY143" fmla="*/ 5479383 h 5641173"/>
              <a:gd name="connsiteX144" fmla="*/ 6958543 w 11243827"/>
              <a:gd name="connsiteY144" fmla="*/ 5470507 h 5641173"/>
              <a:gd name="connsiteX145" fmla="*/ 6918276 w 11243827"/>
              <a:gd name="connsiteY145" fmla="*/ 5472034 h 5641173"/>
              <a:gd name="connsiteX146" fmla="*/ 6881046 w 11243827"/>
              <a:gd name="connsiteY146" fmla="*/ 5457070 h 5641173"/>
              <a:gd name="connsiteX147" fmla="*/ 6752164 w 11243827"/>
              <a:gd name="connsiteY147" fmla="*/ 5425021 h 5641173"/>
              <a:gd name="connsiteX148" fmla="*/ 6724964 w 11243827"/>
              <a:gd name="connsiteY148" fmla="*/ 5414071 h 5641173"/>
              <a:gd name="connsiteX149" fmla="*/ 6683286 w 11243827"/>
              <a:gd name="connsiteY149" fmla="*/ 5432830 h 5641173"/>
              <a:gd name="connsiteX150" fmla="*/ 6644277 w 11243827"/>
              <a:gd name="connsiteY150" fmla="*/ 5429684 h 5641173"/>
              <a:gd name="connsiteX151" fmla="*/ 6532914 w 11243827"/>
              <a:gd name="connsiteY151" fmla="*/ 5431205 h 5641173"/>
              <a:gd name="connsiteX152" fmla="*/ 6307459 w 11243827"/>
              <a:gd name="connsiteY152" fmla="*/ 5467087 h 5641173"/>
              <a:gd name="connsiteX153" fmla="*/ 6196243 w 11243827"/>
              <a:gd name="connsiteY153" fmla="*/ 5515042 h 5641173"/>
              <a:gd name="connsiteX154" fmla="*/ 6099124 w 11243827"/>
              <a:gd name="connsiteY154" fmla="*/ 5516848 h 5641173"/>
              <a:gd name="connsiteX155" fmla="*/ 6016077 w 11243827"/>
              <a:gd name="connsiteY155" fmla="*/ 5528642 h 5641173"/>
              <a:gd name="connsiteX156" fmla="*/ 6004389 w 11243827"/>
              <a:gd name="connsiteY156" fmla="*/ 5531206 h 5641173"/>
              <a:gd name="connsiteX157" fmla="*/ 5933945 w 11243827"/>
              <a:gd name="connsiteY157" fmla="*/ 5538840 h 5641173"/>
              <a:gd name="connsiteX158" fmla="*/ 5883936 w 11243827"/>
              <a:gd name="connsiteY158" fmla="*/ 5553807 h 5641173"/>
              <a:gd name="connsiteX159" fmla="*/ 5798331 w 11243827"/>
              <a:gd name="connsiteY159" fmla="*/ 5564248 h 5641173"/>
              <a:gd name="connsiteX160" fmla="*/ 5712738 w 11243827"/>
              <a:gd name="connsiteY160" fmla="*/ 5573120 h 5641173"/>
              <a:gd name="connsiteX161" fmla="*/ 5681342 w 11243827"/>
              <a:gd name="connsiteY161" fmla="*/ 5575621 h 5641173"/>
              <a:gd name="connsiteX162" fmla="*/ 5627167 w 11243827"/>
              <a:gd name="connsiteY162" fmla="*/ 5583215 h 5641173"/>
              <a:gd name="connsiteX163" fmla="*/ 5591414 w 11243827"/>
              <a:gd name="connsiteY163" fmla="*/ 5587695 h 5641173"/>
              <a:gd name="connsiteX164" fmla="*/ 5583028 w 11243827"/>
              <a:gd name="connsiteY164" fmla="*/ 5580877 h 5641173"/>
              <a:gd name="connsiteX165" fmla="*/ 5549426 w 11243827"/>
              <a:gd name="connsiteY165" fmla="*/ 5582858 h 5641173"/>
              <a:gd name="connsiteX166" fmla="*/ 5519999 w 11243827"/>
              <a:gd name="connsiteY166" fmla="*/ 5592246 h 5641173"/>
              <a:gd name="connsiteX167" fmla="*/ 5480028 w 11243827"/>
              <a:gd name="connsiteY167" fmla="*/ 5597282 h 5641173"/>
              <a:gd name="connsiteX168" fmla="*/ 5456175 w 11243827"/>
              <a:gd name="connsiteY168" fmla="*/ 5600371 h 5641173"/>
              <a:gd name="connsiteX169" fmla="*/ 5388463 w 11243827"/>
              <a:gd name="connsiteY169" fmla="*/ 5602638 h 5641173"/>
              <a:gd name="connsiteX170" fmla="*/ 5265898 w 11243827"/>
              <a:gd name="connsiteY170" fmla="*/ 5591830 h 5641173"/>
              <a:gd name="connsiteX171" fmla="*/ 5231231 w 11243827"/>
              <a:gd name="connsiteY171" fmla="*/ 5592790 h 5641173"/>
              <a:gd name="connsiteX172" fmla="*/ 5226996 w 11243827"/>
              <a:gd name="connsiteY172" fmla="*/ 5595040 h 5641173"/>
              <a:gd name="connsiteX173" fmla="*/ 5175988 w 11243827"/>
              <a:gd name="connsiteY173" fmla="*/ 5588131 h 5641173"/>
              <a:gd name="connsiteX174" fmla="*/ 5107470 w 11243827"/>
              <a:gd name="connsiteY174" fmla="*/ 5594771 h 5641173"/>
              <a:gd name="connsiteX175" fmla="*/ 5027868 w 11243827"/>
              <a:gd name="connsiteY175" fmla="*/ 5605624 h 5641173"/>
              <a:gd name="connsiteX176" fmla="*/ 5007324 w 11243827"/>
              <a:gd name="connsiteY176" fmla="*/ 5609209 h 5641173"/>
              <a:gd name="connsiteX177" fmla="*/ 4952559 w 11243827"/>
              <a:gd name="connsiteY177" fmla="*/ 5611402 h 5641173"/>
              <a:gd name="connsiteX178" fmla="*/ 4826081 w 11243827"/>
              <a:gd name="connsiteY178" fmla="*/ 5616191 h 5641173"/>
              <a:gd name="connsiteX179" fmla="*/ 4823501 w 11243827"/>
              <a:gd name="connsiteY179" fmla="*/ 5619174 h 5641173"/>
              <a:gd name="connsiteX180" fmla="*/ 4813093 w 11243827"/>
              <a:gd name="connsiteY180" fmla="*/ 5620026 h 5641173"/>
              <a:gd name="connsiteX181" fmla="*/ 4810563 w 11243827"/>
              <a:gd name="connsiteY181" fmla="*/ 5620787 h 5641173"/>
              <a:gd name="connsiteX182" fmla="*/ 4795818 w 11243827"/>
              <a:gd name="connsiteY182" fmla="*/ 5624618 h 5641173"/>
              <a:gd name="connsiteX183" fmla="*/ 4758404 w 11243827"/>
              <a:gd name="connsiteY183" fmla="*/ 5619510 h 5641173"/>
              <a:gd name="connsiteX184" fmla="*/ 4717254 w 11243827"/>
              <a:gd name="connsiteY184" fmla="*/ 5624155 h 5641173"/>
              <a:gd name="connsiteX185" fmla="*/ 4591958 w 11243827"/>
              <a:gd name="connsiteY185" fmla="*/ 5624710 h 5641173"/>
              <a:gd name="connsiteX186" fmla="*/ 4476215 w 11243827"/>
              <a:gd name="connsiteY186" fmla="*/ 5628210 h 5641173"/>
              <a:gd name="connsiteX187" fmla="*/ 4425193 w 11243827"/>
              <a:gd name="connsiteY187" fmla="*/ 5627414 h 5641173"/>
              <a:gd name="connsiteX188" fmla="*/ 4383866 w 11243827"/>
              <a:gd name="connsiteY188" fmla="*/ 5626546 h 5641173"/>
              <a:gd name="connsiteX189" fmla="*/ 4385596 w 11243827"/>
              <a:gd name="connsiteY189" fmla="*/ 5634646 h 5641173"/>
              <a:gd name="connsiteX190" fmla="*/ 4360864 w 11243827"/>
              <a:gd name="connsiteY190" fmla="*/ 5641173 h 5641173"/>
              <a:gd name="connsiteX191" fmla="*/ 4328321 w 11243827"/>
              <a:gd name="connsiteY191" fmla="*/ 5626332 h 5641173"/>
              <a:gd name="connsiteX192" fmla="*/ 4309842 w 11243827"/>
              <a:gd name="connsiteY192" fmla="*/ 5626471 h 5641173"/>
              <a:gd name="connsiteX193" fmla="*/ 4277424 w 11243827"/>
              <a:gd name="connsiteY193" fmla="*/ 5631598 h 5641173"/>
              <a:gd name="connsiteX194" fmla="*/ 4266627 w 11243827"/>
              <a:gd name="connsiteY194" fmla="*/ 5633969 h 5641173"/>
              <a:gd name="connsiteX195" fmla="*/ 4185525 w 11243827"/>
              <a:gd name="connsiteY195" fmla="*/ 5617508 h 5641173"/>
              <a:gd name="connsiteX196" fmla="*/ 4177617 w 11243827"/>
              <a:gd name="connsiteY196" fmla="*/ 5610903 h 5641173"/>
              <a:gd name="connsiteX197" fmla="*/ 4136948 w 11243827"/>
              <a:gd name="connsiteY197" fmla="*/ 5608031 h 5641173"/>
              <a:gd name="connsiteX198" fmla="*/ 4132323 w 11243827"/>
              <a:gd name="connsiteY198" fmla="*/ 5609784 h 5641173"/>
              <a:gd name="connsiteX199" fmla="*/ 4098620 w 11243827"/>
              <a:gd name="connsiteY199" fmla="*/ 5599672 h 5641173"/>
              <a:gd name="connsiteX200" fmla="*/ 3963475 w 11243827"/>
              <a:gd name="connsiteY200" fmla="*/ 5581841 h 5641173"/>
              <a:gd name="connsiteX201" fmla="*/ 3703613 w 11243827"/>
              <a:gd name="connsiteY201" fmla="*/ 5572482 h 5641173"/>
              <a:gd name="connsiteX202" fmla="*/ 3432987 w 11243827"/>
              <a:gd name="connsiteY202" fmla="*/ 5545768 h 5641173"/>
              <a:gd name="connsiteX203" fmla="*/ 3176381 w 11243827"/>
              <a:gd name="connsiteY203" fmla="*/ 5556110 h 5641173"/>
              <a:gd name="connsiteX204" fmla="*/ 2710156 w 11243827"/>
              <a:gd name="connsiteY204" fmla="*/ 5527517 h 5641173"/>
              <a:gd name="connsiteX205" fmla="*/ 2550206 w 11243827"/>
              <a:gd name="connsiteY205" fmla="*/ 5524958 h 5641173"/>
              <a:gd name="connsiteX206" fmla="*/ 2443041 w 11243827"/>
              <a:gd name="connsiteY206" fmla="*/ 5523990 h 5641173"/>
              <a:gd name="connsiteX207" fmla="*/ 2435613 w 11243827"/>
              <a:gd name="connsiteY207" fmla="*/ 5526704 h 5641173"/>
              <a:gd name="connsiteX208" fmla="*/ 2405682 w 11243827"/>
              <a:gd name="connsiteY208" fmla="*/ 5528307 h 5641173"/>
              <a:gd name="connsiteX209" fmla="*/ 2397487 w 11243827"/>
              <a:gd name="connsiteY209" fmla="*/ 5540337 h 5641173"/>
              <a:gd name="connsiteX210" fmla="*/ 2297454 w 11243827"/>
              <a:gd name="connsiteY210" fmla="*/ 5550765 h 5641173"/>
              <a:gd name="connsiteX211" fmla="*/ 2056700 w 11243827"/>
              <a:gd name="connsiteY211" fmla="*/ 5555489 h 5641173"/>
              <a:gd name="connsiteX212" fmla="*/ 1878530 w 11243827"/>
              <a:gd name="connsiteY212" fmla="*/ 5535330 h 5641173"/>
              <a:gd name="connsiteX213" fmla="*/ 1859292 w 11243827"/>
              <a:gd name="connsiteY213" fmla="*/ 5535461 h 5641173"/>
              <a:gd name="connsiteX214" fmla="*/ 1835626 w 11243827"/>
              <a:gd name="connsiteY214" fmla="*/ 5533793 h 5641173"/>
              <a:gd name="connsiteX215" fmla="*/ 1798939 w 11243827"/>
              <a:gd name="connsiteY215" fmla="*/ 5540285 h 5641173"/>
              <a:gd name="connsiteX216" fmla="*/ 1779046 w 11243827"/>
              <a:gd name="connsiteY216" fmla="*/ 5549949 h 5641173"/>
              <a:gd name="connsiteX217" fmla="*/ 1772421 w 11243827"/>
              <a:gd name="connsiteY217" fmla="*/ 5549018 h 5641173"/>
              <a:gd name="connsiteX218" fmla="*/ 1772052 w 11243827"/>
              <a:gd name="connsiteY218" fmla="*/ 5545689 h 5641173"/>
              <a:gd name="connsiteX219" fmla="*/ 1711543 w 11243827"/>
              <a:gd name="connsiteY219" fmla="*/ 5534558 h 5641173"/>
              <a:gd name="connsiteX220" fmla="*/ 1631462 w 11243827"/>
              <a:gd name="connsiteY220" fmla="*/ 5491807 h 5641173"/>
              <a:gd name="connsiteX221" fmla="*/ 1538763 w 11243827"/>
              <a:gd name="connsiteY221" fmla="*/ 5482781 h 5641173"/>
              <a:gd name="connsiteX222" fmla="*/ 1501533 w 11243827"/>
              <a:gd name="connsiteY222" fmla="*/ 5467817 h 5641173"/>
              <a:gd name="connsiteX223" fmla="*/ 1461266 w 11243827"/>
              <a:gd name="connsiteY223" fmla="*/ 5469343 h 5641173"/>
              <a:gd name="connsiteX224" fmla="*/ 1449415 w 11243827"/>
              <a:gd name="connsiteY224" fmla="*/ 5460467 h 5641173"/>
              <a:gd name="connsiteX225" fmla="*/ 1447454 w 11243827"/>
              <a:gd name="connsiteY225" fmla="*/ 5458776 h 5641173"/>
              <a:gd name="connsiteX226" fmla="*/ 1437814 w 11243827"/>
              <a:gd name="connsiteY226" fmla="*/ 5455515 h 5641173"/>
              <a:gd name="connsiteX227" fmla="*/ 1437334 w 11243827"/>
              <a:gd name="connsiteY227" fmla="*/ 5450209 h 5641173"/>
              <a:gd name="connsiteX228" fmla="*/ 1424429 w 11243827"/>
              <a:gd name="connsiteY228" fmla="*/ 5442157 h 5641173"/>
              <a:gd name="connsiteX229" fmla="*/ 1406063 w 11243827"/>
              <a:gd name="connsiteY229" fmla="*/ 5437380 h 5641173"/>
              <a:gd name="connsiteX230" fmla="*/ 1316379 w 11243827"/>
              <a:gd name="connsiteY230" fmla="*/ 5419601 h 5641173"/>
              <a:gd name="connsiteX231" fmla="*/ 1264090 w 11243827"/>
              <a:gd name="connsiteY231" fmla="*/ 5406153 h 5641173"/>
              <a:gd name="connsiteX232" fmla="*/ 1246374 w 11243827"/>
              <a:gd name="connsiteY232" fmla="*/ 5396631 h 5641173"/>
              <a:gd name="connsiteX233" fmla="*/ 1220190 w 11243827"/>
              <a:gd name="connsiteY233" fmla="*/ 5386301 h 5641173"/>
              <a:gd name="connsiteX234" fmla="*/ 1175643 w 11243827"/>
              <a:gd name="connsiteY234" fmla="*/ 5364651 h 5641173"/>
              <a:gd name="connsiteX235" fmla="*/ 1150342 w 11243827"/>
              <a:gd name="connsiteY235" fmla="*/ 5358447 h 5641173"/>
              <a:gd name="connsiteX236" fmla="*/ 1112024 w 11243827"/>
              <a:gd name="connsiteY236" fmla="*/ 5345786 h 5641173"/>
              <a:gd name="connsiteX237" fmla="*/ 1100870 w 11243827"/>
              <a:gd name="connsiteY237" fmla="*/ 5343651 h 5641173"/>
              <a:gd name="connsiteX238" fmla="*/ 1096383 w 11243827"/>
              <a:gd name="connsiteY238" fmla="*/ 5343015 h 5641173"/>
              <a:gd name="connsiteX239" fmla="*/ 1058039 w 11243827"/>
              <a:gd name="connsiteY239" fmla="*/ 5343504 h 5641173"/>
              <a:gd name="connsiteX240" fmla="*/ 1055426 w 11243827"/>
              <a:gd name="connsiteY240" fmla="*/ 5339088 h 5641173"/>
              <a:gd name="connsiteX241" fmla="*/ 1044738 w 11243827"/>
              <a:gd name="connsiteY241" fmla="*/ 5333063 h 5641173"/>
              <a:gd name="connsiteX242" fmla="*/ 1033909 w 11243827"/>
              <a:gd name="connsiteY242" fmla="*/ 5335680 h 5641173"/>
              <a:gd name="connsiteX243" fmla="*/ 1012649 w 11243827"/>
              <a:gd name="connsiteY243" fmla="*/ 5334541 h 5641173"/>
              <a:gd name="connsiteX244" fmla="*/ 1007115 w 11243827"/>
              <a:gd name="connsiteY244" fmla="*/ 5332775 h 5641173"/>
              <a:gd name="connsiteX245" fmla="*/ 987447 w 11243827"/>
              <a:gd name="connsiteY245" fmla="*/ 5346462 h 5641173"/>
              <a:gd name="connsiteX246" fmla="*/ 953418 w 11243827"/>
              <a:gd name="connsiteY246" fmla="*/ 5333901 h 5641173"/>
              <a:gd name="connsiteX247" fmla="*/ 916854 w 11243827"/>
              <a:gd name="connsiteY247" fmla="*/ 5329435 h 5641173"/>
              <a:gd name="connsiteX248" fmla="*/ 905651 w 11243827"/>
              <a:gd name="connsiteY248" fmla="*/ 5332114 h 5641173"/>
              <a:gd name="connsiteX249" fmla="*/ 838405 w 11243827"/>
              <a:gd name="connsiteY249" fmla="*/ 5339470 h 5641173"/>
              <a:gd name="connsiteX250" fmla="*/ 817627 w 11243827"/>
              <a:gd name="connsiteY250" fmla="*/ 5330580 h 5641173"/>
              <a:gd name="connsiteX251" fmla="*/ 801817 w 11243827"/>
              <a:gd name="connsiteY251" fmla="*/ 5325937 h 5641173"/>
              <a:gd name="connsiteX252" fmla="*/ 798857 w 11243827"/>
              <a:gd name="connsiteY252" fmla="*/ 5320979 h 5641173"/>
              <a:gd name="connsiteX253" fmla="*/ 788354 w 11243827"/>
              <a:gd name="connsiteY253" fmla="*/ 5320143 h 5641173"/>
              <a:gd name="connsiteX254" fmla="*/ 785726 w 11243827"/>
              <a:gd name="connsiteY254" fmla="*/ 5318989 h 5641173"/>
              <a:gd name="connsiteX255" fmla="*/ 770507 w 11243827"/>
              <a:gd name="connsiteY255" fmla="*/ 5313309 h 5641173"/>
              <a:gd name="connsiteX256" fmla="*/ 733810 w 11243827"/>
              <a:gd name="connsiteY256" fmla="*/ 5324286 h 5641173"/>
              <a:gd name="connsiteX257" fmla="*/ 692117 w 11243827"/>
              <a:gd name="connsiteY257" fmla="*/ 5318786 h 5641173"/>
              <a:gd name="connsiteX258" fmla="*/ 574943 w 11243827"/>
              <a:gd name="connsiteY258" fmla="*/ 5327578 h 5641173"/>
              <a:gd name="connsiteX259" fmla="*/ 441302 w 11243827"/>
              <a:gd name="connsiteY259" fmla="*/ 5307062 h 5641173"/>
              <a:gd name="connsiteX260" fmla="*/ 336819 w 11243827"/>
              <a:gd name="connsiteY260" fmla="*/ 5336690 h 5641173"/>
              <a:gd name="connsiteX261" fmla="*/ 270932 w 11243827"/>
              <a:gd name="connsiteY261" fmla="*/ 5345451 h 5641173"/>
              <a:gd name="connsiteX262" fmla="*/ 194189 w 11243827"/>
              <a:gd name="connsiteY262" fmla="*/ 5343588 h 5641173"/>
              <a:gd name="connsiteX263" fmla="*/ 192552 w 11243827"/>
              <a:gd name="connsiteY263" fmla="*/ 5342845 h 5641173"/>
              <a:gd name="connsiteX264" fmla="*/ 178320 w 11243827"/>
              <a:gd name="connsiteY264" fmla="*/ 5343766 h 5641173"/>
              <a:gd name="connsiteX265" fmla="*/ 175596 w 11243827"/>
              <a:gd name="connsiteY265" fmla="*/ 5346411 h 5641173"/>
              <a:gd name="connsiteX266" fmla="*/ 147287 w 11243827"/>
              <a:gd name="connsiteY266" fmla="*/ 5352625 h 5641173"/>
              <a:gd name="connsiteX267" fmla="*/ 114847 w 11243827"/>
              <a:gd name="connsiteY267" fmla="*/ 5355844 h 5641173"/>
              <a:gd name="connsiteX268" fmla="*/ 114306 w 11243827"/>
              <a:gd name="connsiteY268" fmla="*/ 5354983 h 5641173"/>
              <a:gd name="connsiteX269" fmla="*/ 89264 w 11243827"/>
              <a:gd name="connsiteY269" fmla="*/ 5348886 h 5641173"/>
              <a:gd name="connsiteX270" fmla="*/ 49794 w 11243827"/>
              <a:gd name="connsiteY270" fmla="*/ 5329950 h 5641173"/>
              <a:gd name="connsiteX271" fmla="*/ 19924 w 11243827"/>
              <a:gd name="connsiteY271" fmla="*/ 5334282 h 5641173"/>
              <a:gd name="connsiteX272" fmla="*/ 13819 w 11243827"/>
              <a:gd name="connsiteY272" fmla="*/ 5334653 h 5641173"/>
              <a:gd name="connsiteX273" fmla="*/ 13657 w 11243827"/>
              <a:gd name="connsiteY273" fmla="*/ 5334455 h 5641173"/>
              <a:gd name="connsiteX274" fmla="*/ 7139 w 11243827"/>
              <a:gd name="connsiteY274" fmla="*/ 5334438 h 5641173"/>
              <a:gd name="connsiteX275" fmla="*/ 2684 w 11243827"/>
              <a:gd name="connsiteY275" fmla="*/ 5335333 h 5641173"/>
              <a:gd name="connsiteX276" fmla="*/ 0 w 11243827"/>
              <a:gd name="connsiteY276" fmla="*/ 5335496 h 5641173"/>
              <a:gd name="connsiteX277" fmla="*/ 0 w 11243827"/>
              <a:gd name="connsiteY277" fmla="*/ 10592 h 5641173"/>
              <a:gd name="connsiteX278" fmla="*/ 11243827 w 11243827"/>
              <a:gd name="connsiteY278" fmla="*/ 0 h 5641173"/>
              <a:gd name="connsiteX0" fmla="*/ 11243827 w 11243827"/>
              <a:gd name="connsiteY0" fmla="*/ 0 h 5641173"/>
              <a:gd name="connsiteX1" fmla="*/ 11243827 w 11243827"/>
              <a:gd name="connsiteY1" fmla="*/ 5209610 h 5641173"/>
              <a:gd name="connsiteX2" fmla="*/ 11240675 w 11243827"/>
              <a:gd name="connsiteY2" fmla="*/ 5210442 h 5641173"/>
              <a:gd name="connsiteX3" fmla="*/ 11179959 w 11243827"/>
              <a:gd name="connsiteY3" fmla="*/ 5221199 h 5641173"/>
              <a:gd name="connsiteX4" fmla="*/ 11105493 w 11243827"/>
              <a:gd name="connsiteY4" fmla="*/ 5259905 h 5641173"/>
              <a:gd name="connsiteX5" fmla="*/ 11078640 w 11243827"/>
              <a:gd name="connsiteY5" fmla="*/ 5263531 h 5641173"/>
              <a:gd name="connsiteX6" fmla="*/ 11079616 w 11243827"/>
              <a:gd name="connsiteY6" fmla="*/ 5270380 h 5641173"/>
              <a:gd name="connsiteX7" fmla="*/ 11069641 w 11243827"/>
              <a:gd name="connsiteY7" fmla="*/ 5270884 h 5641173"/>
              <a:gd name="connsiteX8" fmla="*/ 11047377 w 11243827"/>
              <a:gd name="connsiteY8" fmla="*/ 5271051 h 5641173"/>
              <a:gd name="connsiteX9" fmla="*/ 10980705 w 11243827"/>
              <a:gd name="connsiteY9" fmla="*/ 5272951 h 5641173"/>
              <a:gd name="connsiteX10" fmla="*/ 10962514 w 11243827"/>
              <a:gd name="connsiteY10" fmla="*/ 5286084 h 5641173"/>
              <a:gd name="connsiteX11" fmla="*/ 10945307 w 11243827"/>
              <a:gd name="connsiteY11" fmla="*/ 5286290 h 5641173"/>
              <a:gd name="connsiteX12" fmla="*/ 10845516 w 11243827"/>
              <a:gd name="connsiteY12" fmla="*/ 5303894 h 5641173"/>
              <a:gd name="connsiteX13" fmla="*/ 10831795 w 11243827"/>
              <a:gd name="connsiteY13" fmla="*/ 5305210 h 5641173"/>
              <a:gd name="connsiteX14" fmla="*/ 10824365 w 11243827"/>
              <a:gd name="connsiteY14" fmla="*/ 5311111 h 5641173"/>
              <a:gd name="connsiteX15" fmla="*/ 10797756 w 11243827"/>
              <a:gd name="connsiteY15" fmla="*/ 5312285 h 5641173"/>
              <a:gd name="connsiteX16" fmla="*/ 10796525 w 11243827"/>
              <a:gd name="connsiteY16" fmla="*/ 5315645 h 5641173"/>
              <a:gd name="connsiteX17" fmla="*/ 10709063 w 11243827"/>
              <a:gd name="connsiteY17" fmla="*/ 5344492 h 5641173"/>
              <a:gd name="connsiteX18" fmla="*/ 10694078 w 11243827"/>
              <a:gd name="connsiteY18" fmla="*/ 5349258 h 5641173"/>
              <a:gd name="connsiteX19" fmla="*/ 10681131 w 11243827"/>
              <a:gd name="connsiteY19" fmla="*/ 5347812 h 5641173"/>
              <a:gd name="connsiteX20" fmla="*/ 10609448 w 11243827"/>
              <a:gd name="connsiteY20" fmla="*/ 5351931 h 5641173"/>
              <a:gd name="connsiteX21" fmla="*/ 10592397 w 11243827"/>
              <a:gd name="connsiteY21" fmla="*/ 5349402 h 5641173"/>
              <a:gd name="connsiteX22" fmla="*/ 10585227 w 11243827"/>
              <a:gd name="connsiteY22" fmla="*/ 5344063 h 5641173"/>
              <a:gd name="connsiteX23" fmla="*/ 10557472 w 11243827"/>
              <a:gd name="connsiteY23" fmla="*/ 5354151 h 5641173"/>
              <a:gd name="connsiteX24" fmla="*/ 10514646 w 11243827"/>
              <a:gd name="connsiteY24" fmla="*/ 5361064 h 5641173"/>
              <a:gd name="connsiteX25" fmla="*/ 10494292 w 11243827"/>
              <a:gd name="connsiteY25" fmla="*/ 5366054 h 5641173"/>
              <a:gd name="connsiteX26" fmla="*/ 10477869 w 11243827"/>
              <a:gd name="connsiteY26" fmla="*/ 5363025 h 5641173"/>
              <a:gd name="connsiteX27" fmla="*/ 10384411 w 11243827"/>
              <a:gd name="connsiteY27" fmla="*/ 5362257 h 5641173"/>
              <a:gd name="connsiteX28" fmla="*/ 10362921 w 11243827"/>
              <a:gd name="connsiteY28" fmla="*/ 5357444 h 5641173"/>
              <a:gd name="connsiteX29" fmla="*/ 10352736 w 11243827"/>
              <a:gd name="connsiteY29" fmla="*/ 5347851 h 5641173"/>
              <a:gd name="connsiteX30" fmla="*/ 10344754 w 11243827"/>
              <a:gd name="connsiteY30" fmla="*/ 5351272 h 5641173"/>
              <a:gd name="connsiteX31" fmla="*/ 10288226 w 11243827"/>
              <a:gd name="connsiteY31" fmla="*/ 5351613 h 5641173"/>
              <a:gd name="connsiteX32" fmla="*/ 10251350 w 11243827"/>
              <a:gd name="connsiteY32" fmla="*/ 5352711 h 5641173"/>
              <a:gd name="connsiteX33" fmla="*/ 10249108 w 11243827"/>
              <a:gd name="connsiteY33" fmla="*/ 5365881 h 5641173"/>
              <a:gd name="connsiteX34" fmla="*/ 10216272 w 11243827"/>
              <a:gd name="connsiteY34" fmla="*/ 5370573 h 5641173"/>
              <a:gd name="connsiteX35" fmla="*/ 10181278 w 11243827"/>
              <a:gd name="connsiteY35" fmla="*/ 5362119 h 5641173"/>
              <a:gd name="connsiteX36" fmla="*/ 10140033 w 11243827"/>
              <a:gd name="connsiteY36" fmla="*/ 5363304 h 5641173"/>
              <a:gd name="connsiteX37" fmla="*/ 10115353 w 11243827"/>
              <a:gd name="connsiteY37" fmla="*/ 5363869 h 5641173"/>
              <a:gd name="connsiteX38" fmla="*/ 10050578 w 11243827"/>
              <a:gd name="connsiteY38" fmla="*/ 5376153 h 5641173"/>
              <a:gd name="connsiteX39" fmla="*/ 9945478 w 11243827"/>
              <a:gd name="connsiteY39" fmla="*/ 5422859 h 5641173"/>
              <a:gd name="connsiteX40" fmla="*/ 9912481 w 11243827"/>
              <a:gd name="connsiteY40" fmla="*/ 5429477 h 5641173"/>
              <a:gd name="connsiteX41" fmla="*/ 9906713 w 11243827"/>
              <a:gd name="connsiteY41" fmla="*/ 5426784 h 5641173"/>
              <a:gd name="connsiteX42" fmla="*/ 9742436 w 11243827"/>
              <a:gd name="connsiteY42" fmla="*/ 5454834 h 5641173"/>
              <a:gd name="connsiteX43" fmla="*/ 9713044 w 11243827"/>
              <a:gd name="connsiteY43" fmla="*/ 5456476 h 5641173"/>
              <a:gd name="connsiteX44" fmla="*/ 9691033 w 11243827"/>
              <a:gd name="connsiteY44" fmla="*/ 5455451 h 5641173"/>
              <a:gd name="connsiteX45" fmla="*/ 9638355 w 11243827"/>
              <a:gd name="connsiteY45" fmla="*/ 5464794 h 5641173"/>
              <a:gd name="connsiteX46" fmla="*/ 9552434 w 11243827"/>
              <a:gd name="connsiteY46" fmla="*/ 5485280 h 5641173"/>
              <a:gd name="connsiteX47" fmla="*/ 9533883 w 11243827"/>
              <a:gd name="connsiteY47" fmla="*/ 5488516 h 5641173"/>
              <a:gd name="connsiteX48" fmla="*/ 9516916 w 11243827"/>
              <a:gd name="connsiteY48" fmla="*/ 5486828 h 5641173"/>
              <a:gd name="connsiteX49" fmla="*/ 9512093 w 11243827"/>
              <a:gd name="connsiteY49" fmla="*/ 5482541 h 5641173"/>
              <a:gd name="connsiteX50" fmla="*/ 9501725 w 11243827"/>
              <a:gd name="connsiteY50" fmla="*/ 5483603 h 5641173"/>
              <a:gd name="connsiteX51" fmla="*/ 9498754 w 11243827"/>
              <a:gd name="connsiteY51" fmla="*/ 5482951 h 5641173"/>
              <a:gd name="connsiteX52" fmla="*/ 9481932 w 11243827"/>
              <a:gd name="connsiteY52" fmla="*/ 5480151 h 5641173"/>
              <a:gd name="connsiteX53" fmla="*/ 9451321 w 11243827"/>
              <a:gd name="connsiteY53" fmla="*/ 5497375 h 5641173"/>
              <a:gd name="connsiteX54" fmla="*/ 9409298 w 11243827"/>
              <a:gd name="connsiteY54" fmla="*/ 5499478 h 5641173"/>
              <a:gd name="connsiteX55" fmla="*/ 9303056 w 11243827"/>
              <a:gd name="connsiteY55" fmla="*/ 5519093 h 5641173"/>
              <a:gd name="connsiteX56" fmla="*/ 9229078 w 11243827"/>
              <a:gd name="connsiteY56" fmla="*/ 5524154 h 5641173"/>
              <a:gd name="connsiteX57" fmla="*/ 9165105 w 11243827"/>
              <a:gd name="connsiteY57" fmla="*/ 5532892 h 5641173"/>
              <a:gd name="connsiteX58" fmla="*/ 9077301 w 11243827"/>
              <a:gd name="connsiteY58" fmla="*/ 5580356 h 5641173"/>
              <a:gd name="connsiteX59" fmla="*/ 8960065 w 11243827"/>
              <a:gd name="connsiteY59" fmla="*/ 5597982 h 5641173"/>
              <a:gd name="connsiteX60" fmla="*/ 8953536 w 11243827"/>
              <a:gd name="connsiteY60" fmla="*/ 5606638 h 5641173"/>
              <a:gd name="connsiteX61" fmla="*/ 8943907 w 11243827"/>
              <a:gd name="connsiteY61" fmla="*/ 5612541 h 5641173"/>
              <a:gd name="connsiteX62" fmla="*/ 8942046 w 11243827"/>
              <a:gd name="connsiteY62" fmla="*/ 5612112 h 5641173"/>
              <a:gd name="connsiteX63" fmla="*/ 8928824 w 11243827"/>
              <a:gd name="connsiteY63" fmla="*/ 5615549 h 5641173"/>
              <a:gd name="connsiteX64" fmla="*/ 8927294 w 11243827"/>
              <a:gd name="connsiteY64" fmla="*/ 5618607 h 5641173"/>
              <a:gd name="connsiteX65" fmla="*/ 8918651 w 11243827"/>
              <a:gd name="connsiteY65" fmla="*/ 5621688 h 5641173"/>
              <a:gd name="connsiteX66" fmla="*/ 8902772 w 11243827"/>
              <a:gd name="connsiteY66" fmla="*/ 5629703 h 5641173"/>
              <a:gd name="connsiteX67" fmla="*/ 8898724 w 11243827"/>
              <a:gd name="connsiteY67" fmla="*/ 5629379 h 5641173"/>
              <a:gd name="connsiteX68" fmla="*/ 8873099 w 11243827"/>
              <a:gd name="connsiteY68" fmla="*/ 5638628 h 5641173"/>
              <a:gd name="connsiteX69" fmla="*/ 8872234 w 11243827"/>
              <a:gd name="connsiteY69" fmla="*/ 5637889 h 5641173"/>
              <a:gd name="connsiteX70" fmla="*/ 8862777 w 11243827"/>
              <a:gd name="connsiteY70" fmla="*/ 5636711 h 5641173"/>
              <a:gd name="connsiteX71" fmla="*/ 8845869 w 11243827"/>
              <a:gd name="connsiteY71" fmla="*/ 5636436 h 5641173"/>
              <a:gd name="connsiteX72" fmla="*/ 8800548 w 11243827"/>
              <a:gd name="connsiteY72" fmla="*/ 5625084 h 5641173"/>
              <a:gd name="connsiteX73" fmla="*/ 8773774 w 11243827"/>
              <a:gd name="connsiteY73" fmla="*/ 5634630 h 5641173"/>
              <a:gd name="connsiteX74" fmla="*/ 8698255 w 11243827"/>
              <a:gd name="connsiteY74" fmla="*/ 5636083 h 5641173"/>
              <a:gd name="connsiteX75" fmla="*/ 8619167 w 11243827"/>
              <a:gd name="connsiteY75" fmla="*/ 5619130 h 5641173"/>
              <a:gd name="connsiteX76" fmla="*/ 8539822 w 11243827"/>
              <a:gd name="connsiteY76" fmla="*/ 5616905 h 5641173"/>
              <a:gd name="connsiteX77" fmla="*/ 8511094 w 11243827"/>
              <a:gd name="connsiteY77" fmla="*/ 5617360 h 5641173"/>
              <a:gd name="connsiteX78" fmla="*/ 8459886 w 11243827"/>
              <a:gd name="connsiteY78" fmla="*/ 5612612 h 5641173"/>
              <a:gd name="connsiteX79" fmla="*/ 8436432 w 11243827"/>
              <a:gd name="connsiteY79" fmla="*/ 5606990 h 5641173"/>
              <a:gd name="connsiteX80" fmla="*/ 8435403 w 11243827"/>
              <a:gd name="connsiteY80" fmla="*/ 5607336 h 5641173"/>
              <a:gd name="connsiteX81" fmla="*/ 8433307 w 11243827"/>
              <a:gd name="connsiteY81" fmla="*/ 5604917 h 5641173"/>
              <a:gd name="connsiteX82" fmla="*/ 8428968 w 11243827"/>
              <a:gd name="connsiteY82" fmla="*/ 5603796 h 5641173"/>
              <a:gd name="connsiteX83" fmla="*/ 8417124 w 11243827"/>
              <a:gd name="connsiteY83" fmla="*/ 5604518 h 5641173"/>
              <a:gd name="connsiteX84" fmla="*/ 8412669 w 11243827"/>
              <a:gd name="connsiteY84" fmla="*/ 5605413 h 5641173"/>
              <a:gd name="connsiteX85" fmla="*/ 8406152 w 11243827"/>
              <a:gd name="connsiteY85" fmla="*/ 5605396 h 5641173"/>
              <a:gd name="connsiteX86" fmla="*/ 8405989 w 11243827"/>
              <a:gd name="connsiteY86" fmla="*/ 5605197 h 5641173"/>
              <a:gd name="connsiteX87" fmla="*/ 8399884 w 11243827"/>
              <a:gd name="connsiteY87" fmla="*/ 5605568 h 5641173"/>
              <a:gd name="connsiteX88" fmla="*/ 8370014 w 11243827"/>
              <a:gd name="connsiteY88" fmla="*/ 5609900 h 5641173"/>
              <a:gd name="connsiteX89" fmla="*/ 8330544 w 11243827"/>
              <a:gd name="connsiteY89" fmla="*/ 5590964 h 5641173"/>
              <a:gd name="connsiteX90" fmla="*/ 8314221 w 11243827"/>
              <a:gd name="connsiteY90" fmla="*/ 5587682 h 5641173"/>
              <a:gd name="connsiteX91" fmla="*/ 8305502 w 11243827"/>
              <a:gd name="connsiteY91" fmla="*/ 5584868 h 5641173"/>
              <a:gd name="connsiteX92" fmla="*/ 8304962 w 11243827"/>
              <a:gd name="connsiteY92" fmla="*/ 5584007 h 5641173"/>
              <a:gd name="connsiteX93" fmla="*/ 8276324 w 11243827"/>
              <a:gd name="connsiteY93" fmla="*/ 5588260 h 5641173"/>
              <a:gd name="connsiteX94" fmla="*/ 8272522 w 11243827"/>
              <a:gd name="connsiteY94" fmla="*/ 5587226 h 5641173"/>
              <a:gd name="connsiteX95" fmla="*/ 8253857 w 11243827"/>
              <a:gd name="connsiteY95" fmla="*/ 5592043 h 5641173"/>
              <a:gd name="connsiteX96" fmla="*/ 8244212 w 11243827"/>
              <a:gd name="connsiteY96" fmla="*/ 5593439 h 5641173"/>
              <a:gd name="connsiteX97" fmla="*/ 8241488 w 11243827"/>
              <a:gd name="connsiteY97" fmla="*/ 5596085 h 5641173"/>
              <a:gd name="connsiteX98" fmla="*/ 8227256 w 11243827"/>
              <a:gd name="connsiteY98" fmla="*/ 5597005 h 5641173"/>
              <a:gd name="connsiteX99" fmla="*/ 8225619 w 11243827"/>
              <a:gd name="connsiteY99" fmla="*/ 5596262 h 5641173"/>
              <a:gd name="connsiteX100" fmla="*/ 8213882 w 11243827"/>
              <a:gd name="connsiteY100" fmla="*/ 5600179 h 5641173"/>
              <a:gd name="connsiteX101" fmla="*/ 8204045 w 11243827"/>
              <a:gd name="connsiteY101" fmla="*/ 5607275 h 5641173"/>
              <a:gd name="connsiteX102" fmla="*/ 8082989 w 11243827"/>
              <a:gd name="connsiteY102" fmla="*/ 5603160 h 5641173"/>
              <a:gd name="connsiteX103" fmla="*/ 7976942 w 11243827"/>
              <a:gd name="connsiteY103" fmla="*/ 5598455 h 5641173"/>
              <a:gd name="connsiteX104" fmla="*/ 7950121 w 11243827"/>
              <a:gd name="connsiteY104" fmla="*/ 5590893 h 5641173"/>
              <a:gd name="connsiteX105" fmla="*/ 7727691 w 11243827"/>
              <a:gd name="connsiteY105" fmla="*/ 5621064 h 5641173"/>
              <a:gd name="connsiteX106" fmla="*/ 7685998 w 11243827"/>
              <a:gd name="connsiteY106" fmla="*/ 5615564 h 5641173"/>
              <a:gd name="connsiteX107" fmla="*/ 7649302 w 11243827"/>
              <a:gd name="connsiteY107" fmla="*/ 5626541 h 5641173"/>
              <a:gd name="connsiteX108" fmla="*/ 7634083 w 11243827"/>
              <a:gd name="connsiteY108" fmla="*/ 5620862 h 5641173"/>
              <a:gd name="connsiteX109" fmla="*/ 7631455 w 11243827"/>
              <a:gd name="connsiteY109" fmla="*/ 5619708 h 5641173"/>
              <a:gd name="connsiteX110" fmla="*/ 7620952 w 11243827"/>
              <a:gd name="connsiteY110" fmla="*/ 5618872 h 5641173"/>
              <a:gd name="connsiteX111" fmla="*/ 7617992 w 11243827"/>
              <a:gd name="connsiteY111" fmla="*/ 5613914 h 5641173"/>
              <a:gd name="connsiteX112" fmla="*/ 7602182 w 11243827"/>
              <a:gd name="connsiteY112" fmla="*/ 5609271 h 5641173"/>
              <a:gd name="connsiteX113" fmla="*/ 7582847 w 11243827"/>
              <a:gd name="connsiteY113" fmla="*/ 5609047 h 5641173"/>
              <a:gd name="connsiteX114" fmla="*/ 7514158 w 11243827"/>
              <a:gd name="connsiteY114" fmla="*/ 5607737 h 5641173"/>
              <a:gd name="connsiteX115" fmla="*/ 7502955 w 11243827"/>
              <a:gd name="connsiteY115" fmla="*/ 5610415 h 5641173"/>
              <a:gd name="connsiteX116" fmla="*/ 7466391 w 11243827"/>
              <a:gd name="connsiteY116" fmla="*/ 5605949 h 5641173"/>
              <a:gd name="connsiteX117" fmla="*/ 7433806 w 11243827"/>
              <a:gd name="connsiteY117" fmla="*/ 5604945 h 5641173"/>
              <a:gd name="connsiteX118" fmla="*/ 7412693 w 11243827"/>
              <a:gd name="connsiteY118" fmla="*/ 5607075 h 5641173"/>
              <a:gd name="connsiteX119" fmla="*/ 7407159 w 11243827"/>
              <a:gd name="connsiteY119" fmla="*/ 5605310 h 5641173"/>
              <a:gd name="connsiteX120" fmla="*/ 7385900 w 11243827"/>
              <a:gd name="connsiteY120" fmla="*/ 5604171 h 5641173"/>
              <a:gd name="connsiteX121" fmla="*/ 7375071 w 11243827"/>
              <a:gd name="connsiteY121" fmla="*/ 5606788 h 5641173"/>
              <a:gd name="connsiteX122" fmla="*/ 7364382 w 11243827"/>
              <a:gd name="connsiteY122" fmla="*/ 5600762 h 5641173"/>
              <a:gd name="connsiteX123" fmla="*/ 7361770 w 11243827"/>
              <a:gd name="connsiteY123" fmla="*/ 5596347 h 5641173"/>
              <a:gd name="connsiteX124" fmla="*/ 7346641 w 11243827"/>
              <a:gd name="connsiteY124" fmla="*/ 5598329 h 5641173"/>
              <a:gd name="connsiteX125" fmla="*/ 7334238 w 11243827"/>
              <a:gd name="connsiteY125" fmla="*/ 5594014 h 5641173"/>
              <a:gd name="connsiteX126" fmla="*/ 7323426 w 11243827"/>
              <a:gd name="connsiteY126" fmla="*/ 5596835 h 5641173"/>
              <a:gd name="connsiteX127" fmla="*/ 7318938 w 11243827"/>
              <a:gd name="connsiteY127" fmla="*/ 5596200 h 5641173"/>
              <a:gd name="connsiteX128" fmla="*/ 7307784 w 11243827"/>
              <a:gd name="connsiteY128" fmla="*/ 5594065 h 5641173"/>
              <a:gd name="connsiteX129" fmla="*/ 7288540 w 11243827"/>
              <a:gd name="connsiteY129" fmla="*/ 5589320 h 5641173"/>
              <a:gd name="connsiteX130" fmla="*/ 7282537 w 11243827"/>
              <a:gd name="connsiteY130" fmla="*/ 5588660 h 5641173"/>
              <a:gd name="connsiteX131" fmla="*/ 7269466 w 11243827"/>
              <a:gd name="connsiteY131" fmla="*/ 5581404 h 5641173"/>
              <a:gd name="connsiteX132" fmla="*/ 7244165 w 11243827"/>
              <a:gd name="connsiteY132" fmla="*/ 5575200 h 5641173"/>
              <a:gd name="connsiteX133" fmla="*/ 7199619 w 11243827"/>
              <a:gd name="connsiteY133" fmla="*/ 5553550 h 5641173"/>
              <a:gd name="connsiteX134" fmla="*/ 7173434 w 11243827"/>
              <a:gd name="connsiteY134" fmla="*/ 5543219 h 5641173"/>
              <a:gd name="connsiteX135" fmla="*/ 7155718 w 11243827"/>
              <a:gd name="connsiteY135" fmla="*/ 5533697 h 5641173"/>
              <a:gd name="connsiteX136" fmla="*/ 7103430 w 11243827"/>
              <a:gd name="connsiteY136" fmla="*/ 5520249 h 5641173"/>
              <a:gd name="connsiteX137" fmla="*/ 7013746 w 11243827"/>
              <a:gd name="connsiteY137" fmla="*/ 5502470 h 5641173"/>
              <a:gd name="connsiteX138" fmla="*/ 6995379 w 11243827"/>
              <a:gd name="connsiteY138" fmla="*/ 5497693 h 5641173"/>
              <a:gd name="connsiteX139" fmla="*/ 6982475 w 11243827"/>
              <a:gd name="connsiteY139" fmla="*/ 5489641 h 5641173"/>
              <a:gd name="connsiteX140" fmla="*/ 6981994 w 11243827"/>
              <a:gd name="connsiteY140" fmla="*/ 5484335 h 5641173"/>
              <a:gd name="connsiteX141" fmla="*/ 6972355 w 11243827"/>
              <a:gd name="connsiteY141" fmla="*/ 5481074 h 5641173"/>
              <a:gd name="connsiteX142" fmla="*/ 6970394 w 11243827"/>
              <a:gd name="connsiteY142" fmla="*/ 5479383 h 5641173"/>
              <a:gd name="connsiteX143" fmla="*/ 6958543 w 11243827"/>
              <a:gd name="connsiteY143" fmla="*/ 5470507 h 5641173"/>
              <a:gd name="connsiteX144" fmla="*/ 6918276 w 11243827"/>
              <a:gd name="connsiteY144" fmla="*/ 5472034 h 5641173"/>
              <a:gd name="connsiteX145" fmla="*/ 6881046 w 11243827"/>
              <a:gd name="connsiteY145" fmla="*/ 5457070 h 5641173"/>
              <a:gd name="connsiteX146" fmla="*/ 6752164 w 11243827"/>
              <a:gd name="connsiteY146" fmla="*/ 5425021 h 5641173"/>
              <a:gd name="connsiteX147" fmla="*/ 6724964 w 11243827"/>
              <a:gd name="connsiteY147" fmla="*/ 5414071 h 5641173"/>
              <a:gd name="connsiteX148" fmla="*/ 6683286 w 11243827"/>
              <a:gd name="connsiteY148" fmla="*/ 5432830 h 5641173"/>
              <a:gd name="connsiteX149" fmla="*/ 6644277 w 11243827"/>
              <a:gd name="connsiteY149" fmla="*/ 5429684 h 5641173"/>
              <a:gd name="connsiteX150" fmla="*/ 6532914 w 11243827"/>
              <a:gd name="connsiteY150" fmla="*/ 5431205 h 5641173"/>
              <a:gd name="connsiteX151" fmla="*/ 6307459 w 11243827"/>
              <a:gd name="connsiteY151" fmla="*/ 5467087 h 5641173"/>
              <a:gd name="connsiteX152" fmla="*/ 6196243 w 11243827"/>
              <a:gd name="connsiteY152" fmla="*/ 5515042 h 5641173"/>
              <a:gd name="connsiteX153" fmla="*/ 6099124 w 11243827"/>
              <a:gd name="connsiteY153" fmla="*/ 5516848 h 5641173"/>
              <a:gd name="connsiteX154" fmla="*/ 6016077 w 11243827"/>
              <a:gd name="connsiteY154" fmla="*/ 5528642 h 5641173"/>
              <a:gd name="connsiteX155" fmla="*/ 6004389 w 11243827"/>
              <a:gd name="connsiteY155" fmla="*/ 5531206 h 5641173"/>
              <a:gd name="connsiteX156" fmla="*/ 5933945 w 11243827"/>
              <a:gd name="connsiteY156" fmla="*/ 5538840 h 5641173"/>
              <a:gd name="connsiteX157" fmla="*/ 5883936 w 11243827"/>
              <a:gd name="connsiteY157" fmla="*/ 5553807 h 5641173"/>
              <a:gd name="connsiteX158" fmla="*/ 5798331 w 11243827"/>
              <a:gd name="connsiteY158" fmla="*/ 5564248 h 5641173"/>
              <a:gd name="connsiteX159" fmla="*/ 5712738 w 11243827"/>
              <a:gd name="connsiteY159" fmla="*/ 5573120 h 5641173"/>
              <a:gd name="connsiteX160" fmla="*/ 5681342 w 11243827"/>
              <a:gd name="connsiteY160" fmla="*/ 5575621 h 5641173"/>
              <a:gd name="connsiteX161" fmla="*/ 5627167 w 11243827"/>
              <a:gd name="connsiteY161" fmla="*/ 5583215 h 5641173"/>
              <a:gd name="connsiteX162" fmla="*/ 5591414 w 11243827"/>
              <a:gd name="connsiteY162" fmla="*/ 5587695 h 5641173"/>
              <a:gd name="connsiteX163" fmla="*/ 5583028 w 11243827"/>
              <a:gd name="connsiteY163" fmla="*/ 5580877 h 5641173"/>
              <a:gd name="connsiteX164" fmla="*/ 5549426 w 11243827"/>
              <a:gd name="connsiteY164" fmla="*/ 5582858 h 5641173"/>
              <a:gd name="connsiteX165" fmla="*/ 5519999 w 11243827"/>
              <a:gd name="connsiteY165" fmla="*/ 5592246 h 5641173"/>
              <a:gd name="connsiteX166" fmla="*/ 5480028 w 11243827"/>
              <a:gd name="connsiteY166" fmla="*/ 5597282 h 5641173"/>
              <a:gd name="connsiteX167" fmla="*/ 5456175 w 11243827"/>
              <a:gd name="connsiteY167" fmla="*/ 5600371 h 5641173"/>
              <a:gd name="connsiteX168" fmla="*/ 5388463 w 11243827"/>
              <a:gd name="connsiteY168" fmla="*/ 5602638 h 5641173"/>
              <a:gd name="connsiteX169" fmla="*/ 5265898 w 11243827"/>
              <a:gd name="connsiteY169" fmla="*/ 5591830 h 5641173"/>
              <a:gd name="connsiteX170" fmla="*/ 5231231 w 11243827"/>
              <a:gd name="connsiteY170" fmla="*/ 5592790 h 5641173"/>
              <a:gd name="connsiteX171" fmla="*/ 5226996 w 11243827"/>
              <a:gd name="connsiteY171" fmla="*/ 5595040 h 5641173"/>
              <a:gd name="connsiteX172" fmla="*/ 5175988 w 11243827"/>
              <a:gd name="connsiteY172" fmla="*/ 5588131 h 5641173"/>
              <a:gd name="connsiteX173" fmla="*/ 5107470 w 11243827"/>
              <a:gd name="connsiteY173" fmla="*/ 5594771 h 5641173"/>
              <a:gd name="connsiteX174" fmla="*/ 5027868 w 11243827"/>
              <a:gd name="connsiteY174" fmla="*/ 5605624 h 5641173"/>
              <a:gd name="connsiteX175" fmla="*/ 5007324 w 11243827"/>
              <a:gd name="connsiteY175" fmla="*/ 5609209 h 5641173"/>
              <a:gd name="connsiteX176" fmla="*/ 4952559 w 11243827"/>
              <a:gd name="connsiteY176" fmla="*/ 5611402 h 5641173"/>
              <a:gd name="connsiteX177" fmla="*/ 4826081 w 11243827"/>
              <a:gd name="connsiteY177" fmla="*/ 5616191 h 5641173"/>
              <a:gd name="connsiteX178" fmla="*/ 4823501 w 11243827"/>
              <a:gd name="connsiteY178" fmla="*/ 5619174 h 5641173"/>
              <a:gd name="connsiteX179" fmla="*/ 4813093 w 11243827"/>
              <a:gd name="connsiteY179" fmla="*/ 5620026 h 5641173"/>
              <a:gd name="connsiteX180" fmla="*/ 4810563 w 11243827"/>
              <a:gd name="connsiteY180" fmla="*/ 5620787 h 5641173"/>
              <a:gd name="connsiteX181" fmla="*/ 4795818 w 11243827"/>
              <a:gd name="connsiteY181" fmla="*/ 5624618 h 5641173"/>
              <a:gd name="connsiteX182" fmla="*/ 4758404 w 11243827"/>
              <a:gd name="connsiteY182" fmla="*/ 5619510 h 5641173"/>
              <a:gd name="connsiteX183" fmla="*/ 4717254 w 11243827"/>
              <a:gd name="connsiteY183" fmla="*/ 5624155 h 5641173"/>
              <a:gd name="connsiteX184" fmla="*/ 4591958 w 11243827"/>
              <a:gd name="connsiteY184" fmla="*/ 5624710 h 5641173"/>
              <a:gd name="connsiteX185" fmla="*/ 4476215 w 11243827"/>
              <a:gd name="connsiteY185" fmla="*/ 5628210 h 5641173"/>
              <a:gd name="connsiteX186" fmla="*/ 4425193 w 11243827"/>
              <a:gd name="connsiteY186" fmla="*/ 5627414 h 5641173"/>
              <a:gd name="connsiteX187" fmla="*/ 4383866 w 11243827"/>
              <a:gd name="connsiteY187" fmla="*/ 5626546 h 5641173"/>
              <a:gd name="connsiteX188" fmla="*/ 4385596 w 11243827"/>
              <a:gd name="connsiteY188" fmla="*/ 5634646 h 5641173"/>
              <a:gd name="connsiteX189" fmla="*/ 4360864 w 11243827"/>
              <a:gd name="connsiteY189" fmla="*/ 5641173 h 5641173"/>
              <a:gd name="connsiteX190" fmla="*/ 4328321 w 11243827"/>
              <a:gd name="connsiteY190" fmla="*/ 5626332 h 5641173"/>
              <a:gd name="connsiteX191" fmla="*/ 4309842 w 11243827"/>
              <a:gd name="connsiteY191" fmla="*/ 5626471 h 5641173"/>
              <a:gd name="connsiteX192" fmla="*/ 4277424 w 11243827"/>
              <a:gd name="connsiteY192" fmla="*/ 5631598 h 5641173"/>
              <a:gd name="connsiteX193" fmla="*/ 4266627 w 11243827"/>
              <a:gd name="connsiteY193" fmla="*/ 5633969 h 5641173"/>
              <a:gd name="connsiteX194" fmla="*/ 4185525 w 11243827"/>
              <a:gd name="connsiteY194" fmla="*/ 5617508 h 5641173"/>
              <a:gd name="connsiteX195" fmla="*/ 4177617 w 11243827"/>
              <a:gd name="connsiteY195" fmla="*/ 5610903 h 5641173"/>
              <a:gd name="connsiteX196" fmla="*/ 4136948 w 11243827"/>
              <a:gd name="connsiteY196" fmla="*/ 5608031 h 5641173"/>
              <a:gd name="connsiteX197" fmla="*/ 4132323 w 11243827"/>
              <a:gd name="connsiteY197" fmla="*/ 5609784 h 5641173"/>
              <a:gd name="connsiteX198" fmla="*/ 4098620 w 11243827"/>
              <a:gd name="connsiteY198" fmla="*/ 5599672 h 5641173"/>
              <a:gd name="connsiteX199" fmla="*/ 3963475 w 11243827"/>
              <a:gd name="connsiteY199" fmla="*/ 5581841 h 5641173"/>
              <a:gd name="connsiteX200" fmla="*/ 3703613 w 11243827"/>
              <a:gd name="connsiteY200" fmla="*/ 5572482 h 5641173"/>
              <a:gd name="connsiteX201" fmla="*/ 3432987 w 11243827"/>
              <a:gd name="connsiteY201" fmla="*/ 5545768 h 5641173"/>
              <a:gd name="connsiteX202" fmla="*/ 3176381 w 11243827"/>
              <a:gd name="connsiteY202" fmla="*/ 5556110 h 5641173"/>
              <a:gd name="connsiteX203" fmla="*/ 2710156 w 11243827"/>
              <a:gd name="connsiteY203" fmla="*/ 5527517 h 5641173"/>
              <a:gd name="connsiteX204" fmla="*/ 2550206 w 11243827"/>
              <a:gd name="connsiteY204" fmla="*/ 5524958 h 5641173"/>
              <a:gd name="connsiteX205" fmla="*/ 2443041 w 11243827"/>
              <a:gd name="connsiteY205" fmla="*/ 5523990 h 5641173"/>
              <a:gd name="connsiteX206" fmla="*/ 2435613 w 11243827"/>
              <a:gd name="connsiteY206" fmla="*/ 5526704 h 5641173"/>
              <a:gd name="connsiteX207" fmla="*/ 2405682 w 11243827"/>
              <a:gd name="connsiteY207" fmla="*/ 5528307 h 5641173"/>
              <a:gd name="connsiteX208" fmla="*/ 2397487 w 11243827"/>
              <a:gd name="connsiteY208" fmla="*/ 5540337 h 5641173"/>
              <a:gd name="connsiteX209" fmla="*/ 2297454 w 11243827"/>
              <a:gd name="connsiteY209" fmla="*/ 5550765 h 5641173"/>
              <a:gd name="connsiteX210" fmla="*/ 2056700 w 11243827"/>
              <a:gd name="connsiteY210" fmla="*/ 5555489 h 5641173"/>
              <a:gd name="connsiteX211" fmla="*/ 1878530 w 11243827"/>
              <a:gd name="connsiteY211" fmla="*/ 5535330 h 5641173"/>
              <a:gd name="connsiteX212" fmla="*/ 1859292 w 11243827"/>
              <a:gd name="connsiteY212" fmla="*/ 5535461 h 5641173"/>
              <a:gd name="connsiteX213" fmla="*/ 1835626 w 11243827"/>
              <a:gd name="connsiteY213" fmla="*/ 5533793 h 5641173"/>
              <a:gd name="connsiteX214" fmla="*/ 1798939 w 11243827"/>
              <a:gd name="connsiteY214" fmla="*/ 5540285 h 5641173"/>
              <a:gd name="connsiteX215" fmla="*/ 1779046 w 11243827"/>
              <a:gd name="connsiteY215" fmla="*/ 5549949 h 5641173"/>
              <a:gd name="connsiteX216" fmla="*/ 1772421 w 11243827"/>
              <a:gd name="connsiteY216" fmla="*/ 5549018 h 5641173"/>
              <a:gd name="connsiteX217" fmla="*/ 1772052 w 11243827"/>
              <a:gd name="connsiteY217" fmla="*/ 5545689 h 5641173"/>
              <a:gd name="connsiteX218" fmla="*/ 1711543 w 11243827"/>
              <a:gd name="connsiteY218" fmla="*/ 5534558 h 5641173"/>
              <a:gd name="connsiteX219" fmla="*/ 1631462 w 11243827"/>
              <a:gd name="connsiteY219" fmla="*/ 5491807 h 5641173"/>
              <a:gd name="connsiteX220" fmla="*/ 1538763 w 11243827"/>
              <a:gd name="connsiteY220" fmla="*/ 5482781 h 5641173"/>
              <a:gd name="connsiteX221" fmla="*/ 1501533 w 11243827"/>
              <a:gd name="connsiteY221" fmla="*/ 5467817 h 5641173"/>
              <a:gd name="connsiteX222" fmla="*/ 1461266 w 11243827"/>
              <a:gd name="connsiteY222" fmla="*/ 5469343 h 5641173"/>
              <a:gd name="connsiteX223" fmla="*/ 1449415 w 11243827"/>
              <a:gd name="connsiteY223" fmla="*/ 5460467 h 5641173"/>
              <a:gd name="connsiteX224" fmla="*/ 1447454 w 11243827"/>
              <a:gd name="connsiteY224" fmla="*/ 5458776 h 5641173"/>
              <a:gd name="connsiteX225" fmla="*/ 1437814 w 11243827"/>
              <a:gd name="connsiteY225" fmla="*/ 5455515 h 5641173"/>
              <a:gd name="connsiteX226" fmla="*/ 1437334 w 11243827"/>
              <a:gd name="connsiteY226" fmla="*/ 5450209 h 5641173"/>
              <a:gd name="connsiteX227" fmla="*/ 1424429 w 11243827"/>
              <a:gd name="connsiteY227" fmla="*/ 5442157 h 5641173"/>
              <a:gd name="connsiteX228" fmla="*/ 1406063 w 11243827"/>
              <a:gd name="connsiteY228" fmla="*/ 5437380 h 5641173"/>
              <a:gd name="connsiteX229" fmla="*/ 1316379 w 11243827"/>
              <a:gd name="connsiteY229" fmla="*/ 5419601 h 5641173"/>
              <a:gd name="connsiteX230" fmla="*/ 1264090 w 11243827"/>
              <a:gd name="connsiteY230" fmla="*/ 5406153 h 5641173"/>
              <a:gd name="connsiteX231" fmla="*/ 1246374 w 11243827"/>
              <a:gd name="connsiteY231" fmla="*/ 5396631 h 5641173"/>
              <a:gd name="connsiteX232" fmla="*/ 1220190 w 11243827"/>
              <a:gd name="connsiteY232" fmla="*/ 5386301 h 5641173"/>
              <a:gd name="connsiteX233" fmla="*/ 1175643 w 11243827"/>
              <a:gd name="connsiteY233" fmla="*/ 5364651 h 5641173"/>
              <a:gd name="connsiteX234" fmla="*/ 1150342 w 11243827"/>
              <a:gd name="connsiteY234" fmla="*/ 5358447 h 5641173"/>
              <a:gd name="connsiteX235" fmla="*/ 1112024 w 11243827"/>
              <a:gd name="connsiteY235" fmla="*/ 5345786 h 5641173"/>
              <a:gd name="connsiteX236" fmla="*/ 1100870 w 11243827"/>
              <a:gd name="connsiteY236" fmla="*/ 5343651 h 5641173"/>
              <a:gd name="connsiteX237" fmla="*/ 1096383 w 11243827"/>
              <a:gd name="connsiteY237" fmla="*/ 5343015 h 5641173"/>
              <a:gd name="connsiteX238" fmla="*/ 1058039 w 11243827"/>
              <a:gd name="connsiteY238" fmla="*/ 5343504 h 5641173"/>
              <a:gd name="connsiteX239" fmla="*/ 1055426 w 11243827"/>
              <a:gd name="connsiteY239" fmla="*/ 5339088 h 5641173"/>
              <a:gd name="connsiteX240" fmla="*/ 1044738 w 11243827"/>
              <a:gd name="connsiteY240" fmla="*/ 5333063 h 5641173"/>
              <a:gd name="connsiteX241" fmla="*/ 1033909 w 11243827"/>
              <a:gd name="connsiteY241" fmla="*/ 5335680 h 5641173"/>
              <a:gd name="connsiteX242" fmla="*/ 1012649 w 11243827"/>
              <a:gd name="connsiteY242" fmla="*/ 5334541 h 5641173"/>
              <a:gd name="connsiteX243" fmla="*/ 1007115 w 11243827"/>
              <a:gd name="connsiteY243" fmla="*/ 5332775 h 5641173"/>
              <a:gd name="connsiteX244" fmla="*/ 987447 w 11243827"/>
              <a:gd name="connsiteY244" fmla="*/ 5346462 h 5641173"/>
              <a:gd name="connsiteX245" fmla="*/ 953418 w 11243827"/>
              <a:gd name="connsiteY245" fmla="*/ 5333901 h 5641173"/>
              <a:gd name="connsiteX246" fmla="*/ 916854 w 11243827"/>
              <a:gd name="connsiteY246" fmla="*/ 5329435 h 5641173"/>
              <a:gd name="connsiteX247" fmla="*/ 905651 w 11243827"/>
              <a:gd name="connsiteY247" fmla="*/ 5332114 h 5641173"/>
              <a:gd name="connsiteX248" fmla="*/ 838405 w 11243827"/>
              <a:gd name="connsiteY248" fmla="*/ 5339470 h 5641173"/>
              <a:gd name="connsiteX249" fmla="*/ 817627 w 11243827"/>
              <a:gd name="connsiteY249" fmla="*/ 5330580 h 5641173"/>
              <a:gd name="connsiteX250" fmla="*/ 801817 w 11243827"/>
              <a:gd name="connsiteY250" fmla="*/ 5325937 h 5641173"/>
              <a:gd name="connsiteX251" fmla="*/ 798857 w 11243827"/>
              <a:gd name="connsiteY251" fmla="*/ 5320979 h 5641173"/>
              <a:gd name="connsiteX252" fmla="*/ 788354 w 11243827"/>
              <a:gd name="connsiteY252" fmla="*/ 5320143 h 5641173"/>
              <a:gd name="connsiteX253" fmla="*/ 785726 w 11243827"/>
              <a:gd name="connsiteY253" fmla="*/ 5318989 h 5641173"/>
              <a:gd name="connsiteX254" fmla="*/ 770507 w 11243827"/>
              <a:gd name="connsiteY254" fmla="*/ 5313309 h 5641173"/>
              <a:gd name="connsiteX255" fmla="*/ 733810 w 11243827"/>
              <a:gd name="connsiteY255" fmla="*/ 5324286 h 5641173"/>
              <a:gd name="connsiteX256" fmla="*/ 692117 w 11243827"/>
              <a:gd name="connsiteY256" fmla="*/ 5318786 h 5641173"/>
              <a:gd name="connsiteX257" fmla="*/ 574943 w 11243827"/>
              <a:gd name="connsiteY257" fmla="*/ 5327578 h 5641173"/>
              <a:gd name="connsiteX258" fmla="*/ 441302 w 11243827"/>
              <a:gd name="connsiteY258" fmla="*/ 5307062 h 5641173"/>
              <a:gd name="connsiteX259" fmla="*/ 336819 w 11243827"/>
              <a:gd name="connsiteY259" fmla="*/ 5336690 h 5641173"/>
              <a:gd name="connsiteX260" fmla="*/ 270932 w 11243827"/>
              <a:gd name="connsiteY260" fmla="*/ 5345451 h 5641173"/>
              <a:gd name="connsiteX261" fmla="*/ 194189 w 11243827"/>
              <a:gd name="connsiteY261" fmla="*/ 5343588 h 5641173"/>
              <a:gd name="connsiteX262" fmla="*/ 192552 w 11243827"/>
              <a:gd name="connsiteY262" fmla="*/ 5342845 h 5641173"/>
              <a:gd name="connsiteX263" fmla="*/ 178320 w 11243827"/>
              <a:gd name="connsiteY263" fmla="*/ 5343766 h 5641173"/>
              <a:gd name="connsiteX264" fmla="*/ 175596 w 11243827"/>
              <a:gd name="connsiteY264" fmla="*/ 5346411 h 5641173"/>
              <a:gd name="connsiteX265" fmla="*/ 147287 w 11243827"/>
              <a:gd name="connsiteY265" fmla="*/ 5352625 h 5641173"/>
              <a:gd name="connsiteX266" fmla="*/ 114847 w 11243827"/>
              <a:gd name="connsiteY266" fmla="*/ 5355844 h 5641173"/>
              <a:gd name="connsiteX267" fmla="*/ 114306 w 11243827"/>
              <a:gd name="connsiteY267" fmla="*/ 5354983 h 5641173"/>
              <a:gd name="connsiteX268" fmla="*/ 89264 w 11243827"/>
              <a:gd name="connsiteY268" fmla="*/ 5348886 h 5641173"/>
              <a:gd name="connsiteX269" fmla="*/ 49794 w 11243827"/>
              <a:gd name="connsiteY269" fmla="*/ 5329950 h 5641173"/>
              <a:gd name="connsiteX270" fmla="*/ 19924 w 11243827"/>
              <a:gd name="connsiteY270" fmla="*/ 5334282 h 5641173"/>
              <a:gd name="connsiteX271" fmla="*/ 13819 w 11243827"/>
              <a:gd name="connsiteY271" fmla="*/ 5334653 h 5641173"/>
              <a:gd name="connsiteX272" fmla="*/ 13657 w 11243827"/>
              <a:gd name="connsiteY272" fmla="*/ 5334455 h 5641173"/>
              <a:gd name="connsiteX273" fmla="*/ 7139 w 11243827"/>
              <a:gd name="connsiteY273" fmla="*/ 5334438 h 5641173"/>
              <a:gd name="connsiteX274" fmla="*/ 2684 w 11243827"/>
              <a:gd name="connsiteY274" fmla="*/ 5335333 h 5641173"/>
              <a:gd name="connsiteX275" fmla="*/ 0 w 11243827"/>
              <a:gd name="connsiteY275" fmla="*/ 5335496 h 5641173"/>
              <a:gd name="connsiteX276" fmla="*/ 0 w 11243827"/>
              <a:gd name="connsiteY276" fmla="*/ 10592 h 5641173"/>
              <a:gd name="connsiteX277" fmla="*/ 11243827 w 11243827"/>
              <a:gd name="connsiteY277" fmla="*/ 0 h 564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</a:cxnLst>
            <a:rect l="l" t="t" r="r" b="b"/>
            <a:pathLst>
              <a:path w="11243827" h="5641173">
                <a:moveTo>
                  <a:pt x="11243827" y="0"/>
                </a:moveTo>
                <a:lnTo>
                  <a:pt x="11243827" y="5209610"/>
                </a:lnTo>
                <a:lnTo>
                  <a:pt x="11240675" y="5210442"/>
                </a:lnTo>
                <a:cubicBezTo>
                  <a:pt x="11212687" y="5216721"/>
                  <a:pt x="11197241" y="5217028"/>
                  <a:pt x="11179959" y="5221199"/>
                </a:cubicBezTo>
                <a:cubicBezTo>
                  <a:pt x="11151979" y="5230882"/>
                  <a:pt x="11122378" y="5252850"/>
                  <a:pt x="11105493" y="5259905"/>
                </a:cubicBezTo>
                <a:lnTo>
                  <a:pt x="11078640" y="5263531"/>
                </a:lnTo>
                <a:lnTo>
                  <a:pt x="11079616" y="5270380"/>
                </a:lnTo>
                <a:lnTo>
                  <a:pt x="11069641" y="5270884"/>
                </a:lnTo>
                <a:lnTo>
                  <a:pt x="11047377" y="5271051"/>
                </a:lnTo>
                <a:cubicBezTo>
                  <a:pt x="11033483" y="5272087"/>
                  <a:pt x="10994850" y="5270445"/>
                  <a:pt x="10980705" y="5272951"/>
                </a:cubicBezTo>
                <a:cubicBezTo>
                  <a:pt x="10976625" y="5280257"/>
                  <a:pt x="10970327" y="5284239"/>
                  <a:pt x="10962514" y="5286084"/>
                </a:cubicBezTo>
                <a:lnTo>
                  <a:pt x="10945307" y="5286290"/>
                </a:lnTo>
                <a:lnTo>
                  <a:pt x="10845516" y="5303894"/>
                </a:lnTo>
                <a:lnTo>
                  <a:pt x="10831795" y="5305210"/>
                </a:lnTo>
                <a:lnTo>
                  <a:pt x="10824365" y="5311111"/>
                </a:lnTo>
                <a:cubicBezTo>
                  <a:pt x="10818692" y="5312290"/>
                  <a:pt x="10802397" y="5311529"/>
                  <a:pt x="10797756" y="5312285"/>
                </a:cubicBezTo>
                <a:lnTo>
                  <a:pt x="10796525" y="5315645"/>
                </a:lnTo>
                <a:cubicBezTo>
                  <a:pt x="10781742" y="5321013"/>
                  <a:pt x="10726138" y="5338890"/>
                  <a:pt x="10709063" y="5344492"/>
                </a:cubicBezTo>
                <a:cubicBezTo>
                  <a:pt x="10705652" y="5339328"/>
                  <a:pt x="10698014" y="5347484"/>
                  <a:pt x="10694078" y="5349258"/>
                </a:cubicBezTo>
                <a:cubicBezTo>
                  <a:pt x="10693469" y="5345779"/>
                  <a:pt x="10683941" y="5344718"/>
                  <a:pt x="10681131" y="5347812"/>
                </a:cubicBezTo>
                <a:cubicBezTo>
                  <a:pt x="10614153" y="5364782"/>
                  <a:pt x="10647679" y="5329716"/>
                  <a:pt x="10609448" y="5351931"/>
                </a:cubicBezTo>
                <a:cubicBezTo>
                  <a:pt x="10602685" y="5353403"/>
                  <a:pt x="10597204" y="5352000"/>
                  <a:pt x="10592397" y="5349402"/>
                </a:cubicBezTo>
                <a:lnTo>
                  <a:pt x="10585227" y="5344063"/>
                </a:lnTo>
                <a:lnTo>
                  <a:pt x="10557472" y="5354151"/>
                </a:lnTo>
                <a:cubicBezTo>
                  <a:pt x="10543800" y="5357667"/>
                  <a:pt x="10529411" y="5359999"/>
                  <a:pt x="10514646" y="5361064"/>
                </a:cubicBezTo>
                <a:cubicBezTo>
                  <a:pt x="10511333" y="5353956"/>
                  <a:pt x="10499744" y="5364054"/>
                  <a:pt x="10494292" y="5366054"/>
                </a:cubicBezTo>
                <a:cubicBezTo>
                  <a:pt x="10494236" y="5361412"/>
                  <a:pt x="10482156" y="5359187"/>
                  <a:pt x="10477869" y="5363025"/>
                </a:cubicBezTo>
                <a:cubicBezTo>
                  <a:pt x="10387782" y="5379617"/>
                  <a:pt x="10438473" y="5336257"/>
                  <a:pt x="10384411" y="5362257"/>
                </a:cubicBezTo>
                <a:cubicBezTo>
                  <a:pt x="10375368" y="5363613"/>
                  <a:pt x="10368582" y="5361287"/>
                  <a:pt x="10362921" y="5357444"/>
                </a:cubicBezTo>
                <a:lnTo>
                  <a:pt x="10352736" y="5347851"/>
                </a:lnTo>
                <a:lnTo>
                  <a:pt x="10344754" y="5351272"/>
                </a:lnTo>
                <a:cubicBezTo>
                  <a:pt x="10314632" y="5351540"/>
                  <a:pt x="10305751" y="5341709"/>
                  <a:pt x="10288226" y="5351613"/>
                </a:cubicBezTo>
                <a:cubicBezTo>
                  <a:pt x="10262327" y="5331026"/>
                  <a:pt x="10271048" y="5349560"/>
                  <a:pt x="10251350" y="5352711"/>
                </a:cubicBezTo>
                <a:cubicBezTo>
                  <a:pt x="10235810" y="5356816"/>
                  <a:pt x="10264339" y="5364714"/>
                  <a:pt x="10249108" y="5365881"/>
                </a:cubicBezTo>
                <a:cubicBezTo>
                  <a:pt x="10232632" y="5360566"/>
                  <a:pt x="10233406" y="5377073"/>
                  <a:pt x="10216272" y="5370573"/>
                </a:cubicBezTo>
                <a:cubicBezTo>
                  <a:pt x="10220434" y="5358137"/>
                  <a:pt x="10182459" y="5372984"/>
                  <a:pt x="10181278" y="5362119"/>
                </a:cubicBezTo>
                <a:cubicBezTo>
                  <a:pt x="10166724" y="5377655"/>
                  <a:pt x="10159412" y="5358516"/>
                  <a:pt x="10140033" y="5363304"/>
                </a:cubicBezTo>
                <a:cubicBezTo>
                  <a:pt x="10130907" y="5369181"/>
                  <a:pt x="10124323" y="5370190"/>
                  <a:pt x="10115353" y="5363869"/>
                </a:cubicBezTo>
                <a:cubicBezTo>
                  <a:pt x="10073314" y="5392482"/>
                  <a:pt x="10089920" y="5365150"/>
                  <a:pt x="10050578" y="5376153"/>
                </a:cubicBezTo>
                <a:cubicBezTo>
                  <a:pt x="10016683" y="5387725"/>
                  <a:pt x="9978260" y="5395233"/>
                  <a:pt x="9945478" y="5422859"/>
                </a:cubicBezTo>
                <a:cubicBezTo>
                  <a:pt x="9939461" y="5430686"/>
                  <a:pt x="9924686" y="5433649"/>
                  <a:pt x="9912481" y="5429477"/>
                </a:cubicBezTo>
                <a:cubicBezTo>
                  <a:pt x="9910384" y="5428759"/>
                  <a:pt x="9908438" y="5427851"/>
                  <a:pt x="9906713" y="5426784"/>
                </a:cubicBezTo>
                <a:cubicBezTo>
                  <a:pt x="9878372" y="5431011"/>
                  <a:pt x="9774714" y="5449885"/>
                  <a:pt x="9742436" y="5454834"/>
                </a:cubicBezTo>
                <a:cubicBezTo>
                  <a:pt x="9739822" y="5444779"/>
                  <a:pt x="9723500" y="5462923"/>
                  <a:pt x="9713044" y="5456476"/>
                </a:cubicBezTo>
                <a:cubicBezTo>
                  <a:pt x="9705555" y="5450821"/>
                  <a:pt x="9698855" y="5455006"/>
                  <a:pt x="9691033" y="5455451"/>
                </a:cubicBezTo>
                <a:cubicBezTo>
                  <a:pt x="9680728" y="5451004"/>
                  <a:pt x="9647117" y="5459035"/>
                  <a:pt x="9638355" y="5464794"/>
                </a:cubicBezTo>
                <a:cubicBezTo>
                  <a:pt x="9617415" y="5484808"/>
                  <a:pt x="9569832" y="5469945"/>
                  <a:pt x="9552434" y="5485280"/>
                </a:cubicBezTo>
                <a:cubicBezTo>
                  <a:pt x="9546122" y="5487529"/>
                  <a:pt x="9539945" y="5488440"/>
                  <a:pt x="9533883" y="5488516"/>
                </a:cubicBezTo>
                <a:lnTo>
                  <a:pt x="9516916" y="5486828"/>
                </a:lnTo>
                <a:lnTo>
                  <a:pt x="9512093" y="5482541"/>
                </a:lnTo>
                <a:lnTo>
                  <a:pt x="9501725" y="5483603"/>
                </a:lnTo>
                <a:lnTo>
                  <a:pt x="9498754" y="5482951"/>
                </a:lnTo>
                <a:cubicBezTo>
                  <a:pt x="9493078" y="5481686"/>
                  <a:pt x="9487476" y="5480586"/>
                  <a:pt x="9481932" y="5480151"/>
                </a:cubicBezTo>
                <a:cubicBezTo>
                  <a:pt x="9489223" y="5501646"/>
                  <a:pt x="9435971" y="5479991"/>
                  <a:pt x="9451321" y="5497375"/>
                </a:cubicBezTo>
                <a:cubicBezTo>
                  <a:pt x="9422124" y="5498722"/>
                  <a:pt x="9444395" y="5514914"/>
                  <a:pt x="9409298" y="5499478"/>
                </a:cubicBezTo>
                <a:cubicBezTo>
                  <a:pt x="9363968" y="5517055"/>
                  <a:pt x="9350073" y="5507226"/>
                  <a:pt x="9303056" y="5519093"/>
                </a:cubicBezTo>
                <a:cubicBezTo>
                  <a:pt x="9272929" y="5515489"/>
                  <a:pt x="9242312" y="5519100"/>
                  <a:pt x="9229078" y="5524154"/>
                </a:cubicBezTo>
                <a:cubicBezTo>
                  <a:pt x="9244549" y="5484199"/>
                  <a:pt x="9198133" y="5512463"/>
                  <a:pt x="9165105" y="5532892"/>
                </a:cubicBezTo>
                <a:cubicBezTo>
                  <a:pt x="9128348" y="5546691"/>
                  <a:pt x="9105217" y="5601124"/>
                  <a:pt x="9077301" y="5580356"/>
                </a:cubicBezTo>
                <a:cubicBezTo>
                  <a:pt x="9034770" y="5585424"/>
                  <a:pt x="9004654" y="5606346"/>
                  <a:pt x="8960065" y="5597982"/>
                </a:cubicBezTo>
                <a:cubicBezTo>
                  <a:pt x="8958681" y="5601368"/>
                  <a:pt x="8956414" y="5604204"/>
                  <a:pt x="8953536" y="5606638"/>
                </a:cubicBezTo>
                <a:lnTo>
                  <a:pt x="8943907" y="5612541"/>
                </a:lnTo>
                <a:lnTo>
                  <a:pt x="8942046" y="5612112"/>
                </a:lnTo>
                <a:cubicBezTo>
                  <a:pt x="8934733" y="5612036"/>
                  <a:pt x="8930989" y="5613463"/>
                  <a:pt x="8928824" y="5615549"/>
                </a:cubicBezTo>
                <a:lnTo>
                  <a:pt x="8927294" y="5618607"/>
                </a:lnTo>
                <a:lnTo>
                  <a:pt x="8918651" y="5621688"/>
                </a:lnTo>
                <a:lnTo>
                  <a:pt x="8902772" y="5629703"/>
                </a:lnTo>
                <a:lnTo>
                  <a:pt x="8898724" y="5629379"/>
                </a:lnTo>
                <a:lnTo>
                  <a:pt x="8873099" y="5638628"/>
                </a:lnTo>
                <a:lnTo>
                  <a:pt x="8872234" y="5637889"/>
                </a:lnTo>
                <a:cubicBezTo>
                  <a:pt x="8869712" y="5636443"/>
                  <a:pt x="8866744" y="5635774"/>
                  <a:pt x="8862777" y="5636711"/>
                </a:cubicBezTo>
                <a:cubicBezTo>
                  <a:pt x="8861373" y="5622581"/>
                  <a:pt x="8857449" y="5632426"/>
                  <a:pt x="8845869" y="5636436"/>
                </a:cubicBezTo>
                <a:cubicBezTo>
                  <a:pt x="8841103" y="5615386"/>
                  <a:pt x="8812729" y="5634444"/>
                  <a:pt x="8800548" y="5625084"/>
                </a:cubicBezTo>
                <a:cubicBezTo>
                  <a:pt x="8792146" y="5628504"/>
                  <a:pt x="8783174" y="5631737"/>
                  <a:pt x="8773774" y="5634630"/>
                </a:cubicBezTo>
                <a:lnTo>
                  <a:pt x="8698255" y="5636083"/>
                </a:lnTo>
                <a:lnTo>
                  <a:pt x="8619167" y="5619130"/>
                </a:lnTo>
                <a:cubicBezTo>
                  <a:pt x="8589913" y="5618762"/>
                  <a:pt x="8564581" y="5612466"/>
                  <a:pt x="8539822" y="5616905"/>
                </a:cubicBezTo>
                <a:cubicBezTo>
                  <a:pt x="8529764" y="5612008"/>
                  <a:pt x="8520285" y="5610031"/>
                  <a:pt x="8511094" y="5617360"/>
                </a:cubicBezTo>
                <a:cubicBezTo>
                  <a:pt x="8483794" y="5614914"/>
                  <a:pt x="8477184" y="5604447"/>
                  <a:pt x="8459886" y="5612612"/>
                </a:cubicBezTo>
                <a:cubicBezTo>
                  <a:pt x="8444548" y="5595681"/>
                  <a:pt x="8443640" y="5602142"/>
                  <a:pt x="8436432" y="5606990"/>
                </a:cubicBezTo>
                <a:lnTo>
                  <a:pt x="8435403" y="5607336"/>
                </a:lnTo>
                <a:lnTo>
                  <a:pt x="8433307" y="5604917"/>
                </a:lnTo>
                <a:lnTo>
                  <a:pt x="8428968" y="5603796"/>
                </a:lnTo>
                <a:lnTo>
                  <a:pt x="8417124" y="5604518"/>
                </a:lnTo>
                <a:lnTo>
                  <a:pt x="8412669" y="5605413"/>
                </a:lnTo>
                <a:cubicBezTo>
                  <a:pt x="8409601" y="5605797"/>
                  <a:pt x="8407563" y="5605754"/>
                  <a:pt x="8406152" y="5605396"/>
                </a:cubicBezTo>
                <a:lnTo>
                  <a:pt x="8405989" y="5605197"/>
                </a:lnTo>
                <a:lnTo>
                  <a:pt x="8399884" y="5605568"/>
                </a:lnTo>
                <a:cubicBezTo>
                  <a:pt x="8389582" y="5606652"/>
                  <a:pt x="8379557" y="5608135"/>
                  <a:pt x="8370014" y="5609900"/>
                </a:cubicBezTo>
                <a:cubicBezTo>
                  <a:pt x="8361945" y="5598787"/>
                  <a:pt x="8326685" y="5611914"/>
                  <a:pt x="8330544" y="5590964"/>
                </a:cubicBezTo>
                <a:cubicBezTo>
                  <a:pt x="8317672" y="5592723"/>
                  <a:pt x="8309886" y="5601422"/>
                  <a:pt x="8314221" y="5587682"/>
                </a:cubicBezTo>
                <a:cubicBezTo>
                  <a:pt x="8309983" y="5587866"/>
                  <a:pt x="8307372" y="5586698"/>
                  <a:pt x="8305502" y="5584868"/>
                </a:cubicBezTo>
                <a:lnTo>
                  <a:pt x="8304962" y="5584007"/>
                </a:lnTo>
                <a:lnTo>
                  <a:pt x="8276324" y="5588260"/>
                </a:lnTo>
                <a:lnTo>
                  <a:pt x="8272522" y="5587226"/>
                </a:lnTo>
                <a:lnTo>
                  <a:pt x="8253857" y="5592043"/>
                </a:lnTo>
                <a:lnTo>
                  <a:pt x="8244212" y="5593439"/>
                </a:lnTo>
                <a:lnTo>
                  <a:pt x="8241488" y="5596085"/>
                </a:lnTo>
                <a:cubicBezTo>
                  <a:pt x="8238546" y="5597691"/>
                  <a:pt x="8234330" y="5598384"/>
                  <a:pt x="8227256" y="5597005"/>
                </a:cubicBezTo>
                <a:lnTo>
                  <a:pt x="8225619" y="5596262"/>
                </a:lnTo>
                <a:lnTo>
                  <a:pt x="8213882" y="5600179"/>
                </a:lnTo>
                <a:cubicBezTo>
                  <a:pt x="8210102" y="5601988"/>
                  <a:pt x="8206755" y="5604291"/>
                  <a:pt x="8204045" y="5607275"/>
                </a:cubicBezTo>
                <a:cubicBezTo>
                  <a:pt x="8164079" y="5591326"/>
                  <a:pt x="8126369" y="5605919"/>
                  <a:pt x="8082989" y="5603160"/>
                </a:cubicBezTo>
                <a:cubicBezTo>
                  <a:pt x="8034449" y="5606898"/>
                  <a:pt x="8008954" y="5596936"/>
                  <a:pt x="7976942" y="5598455"/>
                </a:cubicBezTo>
                <a:cubicBezTo>
                  <a:pt x="7962042" y="5600916"/>
                  <a:pt x="7941729" y="5599827"/>
                  <a:pt x="7950121" y="5590893"/>
                </a:cubicBezTo>
                <a:cubicBezTo>
                  <a:pt x="7904855" y="5610014"/>
                  <a:pt x="7778840" y="5612380"/>
                  <a:pt x="7727691" y="5621064"/>
                </a:cubicBezTo>
                <a:cubicBezTo>
                  <a:pt x="7699805" y="5600056"/>
                  <a:pt x="7714922" y="5619495"/>
                  <a:pt x="7685998" y="5615564"/>
                </a:cubicBezTo>
                <a:cubicBezTo>
                  <a:pt x="7693909" y="5634905"/>
                  <a:pt x="7650884" y="5604714"/>
                  <a:pt x="7649302" y="5626541"/>
                </a:cubicBezTo>
                <a:cubicBezTo>
                  <a:pt x="7644089" y="5625134"/>
                  <a:pt x="7639087" y="5623084"/>
                  <a:pt x="7634083" y="5620862"/>
                </a:cubicBezTo>
                <a:lnTo>
                  <a:pt x="7631455" y="5619708"/>
                </a:lnTo>
                <a:lnTo>
                  <a:pt x="7620952" y="5618872"/>
                </a:lnTo>
                <a:lnTo>
                  <a:pt x="7617992" y="5613914"/>
                </a:lnTo>
                <a:lnTo>
                  <a:pt x="7602182" y="5609271"/>
                </a:lnTo>
                <a:cubicBezTo>
                  <a:pt x="7596260" y="5608262"/>
                  <a:pt x="7589888" y="5608028"/>
                  <a:pt x="7582847" y="5609047"/>
                </a:cubicBezTo>
                <a:cubicBezTo>
                  <a:pt x="7565525" y="5617697"/>
                  <a:pt x="7538553" y="5607096"/>
                  <a:pt x="7514158" y="5607737"/>
                </a:cubicBezTo>
                <a:lnTo>
                  <a:pt x="7502955" y="5610415"/>
                </a:lnTo>
                <a:lnTo>
                  <a:pt x="7466391" y="5605949"/>
                </a:lnTo>
                <a:cubicBezTo>
                  <a:pt x="7455982" y="5605083"/>
                  <a:pt x="7445179" y="5604628"/>
                  <a:pt x="7433806" y="5604945"/>
                </a:cubicBezTo>
                <a:lnTo>
                  <a:pt x="7412693" y="5607075"/>
                </a:lnTo>
                <a:lnTo>
                  <a:pt x="7407159" y="5605310"/>
                </a:lnTo>
                <a:cubicBezTo>
                  <a:pt x="7397520" y="5605506"/>
                  <a:pt x="7384763" y="5611721"/>
                  <a:pt x="7385900" y="5604171"/>
                </a:cubicBezTo>
                <a:lnTo>
                  <a:pt x="7375071" y="5606788"/>
                </a:lnTo>
                <a:lnTo>
                  <a:pt x="7364382" y="5600762"/>
                </a:lnTo>
                <a:cubicBezTo>
                  <a:pt x="7363212" y="5599363"/>
                  <a:pt x="7362331" y="5597874"/>
                  <a:pt x="7361770" y="5596347"/>
                </a:cubicBezTo>
                <a:lnTo>
                  <a:pt x="7346641" y="5598329"/>
                </a:lnTo>
                <a:lnTo>
                  <a:pt x="7334238" y="5594014"/>
                </a:lnTo>
                <a:lnTo>
                  <a:pt x="7323426" y="5596835"/>
                </a:lnTo>
                <a:lnTo>
                  <a:pt x="7318938" y="5596200"/>
                </a:lnTo>
                <a:lnTo>
                  <a:pt x="7307784" y="5594065"/>
                </a:lnTo>
                <a:cubicBezTo>
                  <a:pt x="7302066" y="5592568"/>
                  <a:pt x="7295667" y="5590765"/>
                  <a:pt x="7288540" y="5589320"/>
                </a:cubicBezTo>
                <a:lnTo>
                  <a:pt x="7282537" y="5588660"/>
                </a:lnTo>
                <a:lnTo>
                  <a:pt x="7269466" y="5581404"/>
                </a:lnTo>
                <a:cubicBezTo>
                  <a:pt x="7259956" y="5575919"/>
                  <a:pt x="7252471" y="5572223"/>
                  <a:pt x="7244165" y="5575200"/>
                </a:cubicBezTo>
                <a:cubicBezTo>
                  <a:pt x="7230005" y="5568113"/>
                  <a:pt x="7220114" y="5548251"/>
                  <a:pt x="7199619" y="5553550"/>
                </a:cubicBezTo>
                <a:cubicBezTo>
                  <a:pt x="7205839" y="5544552"/>
                  <a:pt x="7176858" y="5552461"/>
                  <a:pt x="7173434" y="5543219"/>
                </a:cubicBezTo>
                <a:cubicBezTo>
                  <a:pt x="7171853" y="5535776"/>
                  <a:pt x="7162694" y="5536440"/>
                  <a:pt x="7155718" y="5533697"/>
                </a:cubicBezTo>
                <a:cubicBezTo>
                  <a:pt x="7150747" y="5526096"/>
                  <a:pt x="7115649" y="5519155"/>
                  <a:pt x="7103430" y="5520249"/>
                </a:cubicBezTo>
                <a:cubicBezTo>
                  <a:pt x="7068988" y="5527813"/>
                  <a:pt x="7041283" y="5497211"/>
                  <a:pt x="7013746" y="5502470"/>
                </a:cubicBezTo>
                <a:cubicBezTo>
                  <a:pt x="7006535" y="5501753"/>
                  <a:pt x="7000557" y="5500031"/>
                  <a:pt x="6995379" y="5497693"/>
                </a:cubicBezTo>
                <a:lnTo>
                  <a:pt x="6982475" y="5489641"/>
                </a:lnTo>
                <a:cubicBezTo>
                  <a:pt x="6982314" y="5487873"/>
                  <a:pt x="6982155" y="5486104"/>
                  <a:pt x="6981994" y="5484335"/>
                </a:cubicBezTo>
                <a:lnTo>
                  <a:pt x="6972355" y="5481074"/>
                </a:lnTo>
                <a:lnTo>
                  <a:pt x="6970394" y="5479383"/>
                </a:lnTo>
                <a:cubicBezTo>
                  <a:pt x="6966663" y="5476135"/>
                  <a:pt x="6962857" y="5473046"/>
                  <a:pt x="6958543" y="5470507"/>
                </a:cubicBezTo>
                <a:cubicBezTo>
                  <a:pt x="6946682" y="5490417"/>
                  <a:pt x="6919886" y="5452192"/>
                  <a:pt x="6918276" y="5472034"/>
                </a:cubicBezTo>
                <a:cubicBezTo>
                  <a:pt x="6892502" y="5461546"/>
                  <a:pt x="6897731" y="5483185"/>
                  <a:pt x="6881046" y="5457070"/>
                </a:cubicBezTo>
                <a:cubicBezTo>
                  <a:pt x="6828055" y="5453051"/>
                  <a:pt x="6839016" y="5431108"/>
                  <a:pt x="6752164" y="5425021"/>
                </a:cubicBezTo>
                <a:cubicBezTo>
                  <a:pt x="6758292" y="5421861"/>
                  <a:pt x="6727733" y="5418470"/>
                  <a:pt x="6724964" y="5414071"/>
                </a:cubicBezTo>
                <a:lnTo>
                  <a:pt x="6683286" y="5432830"/>
                </a:lnTo>
                <a:lnTo>
                  <a:pt x="6644277" y="5429684"/>
                </a:lnTo>
                <a:cubicBezTo>
                  <a:pt x="6602299" y="5429624"/>
                  <a:pt x="6572889" y="5412513"/>
                  <a:pt x="6532914" y="5431205"/>
                </a:cubicBezTo>
                <a:lnTo>
                  <a:pt x="6307459" y="5467087"/>
                </a:lnTo>
                <a:cubicBezTo>
                  <a:pt x="6243940" y="5484756"/>
                  <a:pt x="6232610" y="5506751"/>
                  <a:pt x="6196243" y="5515042"/>
                </a:cubicBezTo>
                <a:cubicBezTo>
                  <a:pt x="6164533" y="5518021"/>
                  <a:pt x="6142666" y="5509345"/>
                  <a:pt x="6099124" y="5516848"/>
                </a:cubicBezTo>
                <a:cubicBezTo>
                  <a:pt x="6076503" y="5515419"/>
                  <a:pt x="6031865" y="5528713"/>
                  <a:pt x="6016077" y="5528642"/>
                </a:cubicBezTo>
                <a:cubicBezTo>
                  <a:pt x="6017142" y="5530608"/>
                  <a:pt x="6008544" y="5532493"/>
                  <a:pt x="6004389" y="5531206"/>
                </a:cubicBezTo>
                <a:cubicBezTo>
                  <a:pt x="5932347" y="5531241"/>
                  <a:pt x="5981006" y="5545600"/>
                  <a:pt x="5933945" y="5538840"/>
                </a:cubicBezTo>
                <a:cubicBezTo>
                  <a:pt x="5905303" y="5539379"/>
                  <a:pt x="5918093" y="5561978"/>
                  <a:pt x="5883936" y="5553807"/>
                </a:cubicBezTo>
                <a:cubicBezTo>
                  <a:pt x="5850054" y="5556990"/>
                  <a:pt x="5832962" y="5567338"/>
                  <a:pt x="5798331" y="5564248"/>
                </a:cubicBezTo>
                <a:cubicBezTo>
                  <a:pt x="5766627" y="5567265"/>
                  <a:pt x="5741097" y="5573248"/>
                  <a:pt x="5712738" y="5573120"/>
                </a:cubicBezTo>
                <a:cubicBezTo>
                  <a:pt x="5703372" y="5576849"/>
                  <a:pt x="5693695" y="5578874"/>
                  <a:pt x="5681342" y="5575621"/>
                </a:cubicBezTo>
                <a:lnTo>
                  <a:pt x="5627167" y="5583215"/>
                </a:lnTo>
                <a:cubicBezTo>
                  <a:pt x="5612183" y="5597917"/>
                  <a:pt x="5611727" y="5586689"/>
                  <a:pt x="5591414" y="5587695"/>
                </a:cubicBezTo>
                <a:cubicBezTo>
                  <a:pt x="5574616" y="5587612"/>
                  <a:pt x="5598133" y="5579413"/>
                  <a:pt x="5583028" y="5580877"/>
                </a:cubicBezTo>
                <a:cubicBezTo>
                  <a:pt x="5569804" y="5586020"/>
                  <a:pt x="5562718" y="5576982"/>
                  <a:pt x="5549426" y="5582858"/>
                </a:cubicBezTo>
                <a:cubicBezTo>
                  <a:pt x="5559299" y="5589013"/>
                  <a:pt x="5515978" y="5586206"/>
                  <a:pt x="5519999" y="5592246"/>
                </a:cubicBezTo>
                <a:cubicBezTo>
                  <a:pt x="5498728" y="5585844"/>
                  <a:pt x="5500813" y="5597206"/>
                  <a:pt x="5480028" y="5597282"/>
                </a:cubicBezTo>
                <a:cubicBezTo>
                  <a:pt x="5468519" y="5595356"/>
                  <a:pt x="5461753" y="5595717"/>
                  <a:pt x="5456175" y="5600371"/>
                </a:cubicBezTo>
                <a:cubicBezTo>
                  <a:pt x="5402444" y="5590675"/>
                  <a:pt x="5431269" y="5603179"/>
                  <a:pt x="5388463" y="5602638"/>
                </a:cubicBezTo>
                <a:cubicBezTo>
                  <a:pt x="5350589" y="5601042"/>
                  <a:pt x="5310318" y="5602266"/>
                  <a:pt x="5265898" y="5591830"/>
                </a:cubicBezTo>
                <a:cubicBezTo>
                  <a:pt x="5256434" y="5588423"/>
                  <a:pt x="5240914" y="5588853"/>
                  <a:pt x="5231231" y="5592790"/>
                </a:cubicBezTo>
                <a:cubicBezTo>
                  <a:pt x="5229565" y="5593467"/>
                  <a:pt x="5228139" y="5594226"/>
                  <a:pt x="5226996" y="5595040"/>
                </a:cubicBezTo>
                <a:cubicBezTo>
                  <a:pt x="5199121" y="5587151"/>
                  <a:pt x="5190547" y="5594087"/>
                  <a:pt x="5175988" y="5588131"/>
                </a:cubicBezTo>
                <a:cubicBezTo>
                  <a:pt x="5141664" y="5589465"/>
                  <a:pt x="5120774" y="5599921"/>
                  <a:pt x="5107470" y="5594771"/>
                </a:cubicBezTo>
                <a:cubicBezTo>
                  <a:pt x="5082783" y="5597686"/>
                  <a:pt x="5044558" y="5603218"/>
                  <a:pt x="5027868" y="5605624"/>
                </a:cubicBezTo>
                <a:cubicBezTo>
                  <a:pt x="5023394" y="5609716"/>
                  <a:pt x="5015008" y="5608373"/>
                  <a:pt x="5007324" y="5609209"/>
                </a:cubicBezTo>
                <a:cubicBezTo>
                  <a:pt x="4999584" y="5613033"/>
                  <a:pt x="4963661" y="5613313"/>
                  <a:pt x="4952559" y="5611402"/>
                </a:cubicBezTo>
                <a:lnTo>
                  <a:pt x="4826081" y="5616191"/>
                </a:lnTo>
                <a:lnTo>
                  <a:pt x="4823501" y="5619174"/>
                </a:lnTo>
                <a:lnTo>
                  <a:pt x="4813093" y="5620026"/>
                </a:lnTo>
                <a:lnTo>
                  <a:pt x="4810563" y="5620787"/>
                </a:lnTo>
                <a:cubicBezTo>
                  <a:pt x="4805739" y="5622253"/>
                  <a:pt x="4800910" y="5623620"/>
                  <a:pt x="4795818" y="5624618"/>
                </a:cubicBezTo>
                <a:cubicBezTo>
                  <a:pt x="4792594" y="5611984"/>
                  <a:pt x="4751975" y="5631029"/>
                  <a:pt x="4758404" y="5619510"/>
                </a:cubicBezTo>
                <a:cubicBezTo>
                  <a:pt x="4729867" y="5622800"/>
                  <a:pt x="4743470" y="5610974"/>
                  <a:pt x="4717254" y="5624155"/>
                </a:cubicBezTo>
                <a:cubicBezTo>
                  <a:pt x="4665606" y="5620882"/>
                  <a:pt x="4638526" y="5634254"/>
                  <a:pt x="4591958" y="5624710"/>
                </a:cubicBezTo>
                <a:cubicBezTo>
                  <a:pt x="4600998" y="5629613"/>
                  <a:pt x="4491255" y="5629123"/>
                  <a:pt x="4476215" y="5628210"/>
                </a:cubicBezTo>
                <a:lnTo>
                  <a:pt x="4425193" y="5627414"/>
                </a:lnTo>
                <a:lnTo>
                  <a:pt x="4383866" y="5626546"/>
                </a:lnTo>
                <a:lnTo>
                  <a:pt x="4385596" y="5634646"/>
                </a:lnTo>
                <a:cubicBezTo>
                  <a:pt x="4373497" y="5634009"/>
                  <a:pt x="4366105" y="5636763"/>
                  <a:pt x="4360864" y="5641173"/>
                </a:cubicBezTo>
                <a:lnTo>
                  <a:pt x="4328321" y="5626332"/>
                </a:lnTo>
                <a:lnTo>
                  <a:pt x="4309842" y="5626471"/>
                </a:lnTo>
                <a:lnTo>
                  <a:pt x="4277424" y="5631598"/>
                </a:lnTo>
                <a:lnTo>
                  <a:pt x="4266627" y="5633969"/>
                </a:lnTo>
                <a:lnTo>
                  <a:pt x="4185525" y="5617508"/>
                </a:lnTo>
                <a:lnTo>
                  <a:pt x="4177617" y="5610903"/>
                </a:lnTo>
                <a:cubicBezTo>
                  <a:pt x="4169135" y="5606836"/>
                  <a:pt x="4157063" y="5604954"/>
                  <a:pt x="4136948" y="5608031"/>
                </a:cubicBezTo>
                <a:lnTo>
                  <a:pt x="4132323" y="5609784"/>
                </a:lnTo>
                <a:lnTo>
                  <a:pt x="4098620" y="5599672"/>
                </a:lnTo>
                <a:cubicBezTo>
                  <a:pt x="4087744" y="5595070"/>
                  <a:pt x="3971360" y="5589278"/>
                  <a:pt x="3963475" y="5581841"/>
                </a:cubicBezTo>
                <a:cubicBezTo>
                  <a:pt x="3836034" y="5600252"/>
                  <a:pt x="3827261" y="5567580"/>
                  <a:pt x="3703613" y="5572482"/>
                </a:cubicBezTo>
                <a:cubicBezTo>
                  <a:pt x="3596526" y="5522697"/>
                  <a:pt x="3528981" y="5553020"/>
                  <a:pt x="3432987" y="5545768"/>
                </a:cubicBezTo>
                <a:cubicBezTo>
                  <a:pt x="3341557" y="5540666"/>
                  <a:pt x="3299222" y="5556776"/>
                  <a:pt x="3176381" y="5556110"/>
                </a:cubicBezTo>
                <a:cubicBezTo>
                  <a:pt x="3046225" y="5545252"/>
                  <a:pt x="2856562" y="5551022"/>
                  <a:pt x="2710156" y="5527517"/>
                </a:cubicBezTo>
                <a:cubicBezTo>
                  <a:pt x="2595124" y="5519951"/>
                  <a:pt x="2594726" y="5525545"/>
                  <a:pt x="2550206" y="5524958"/>
                </a:cubicBezTo>
                <a:cubicBezTo>
                  <a:pt x="2535402" y="5528183"/>
                  <a:pt x="2457214" y="5518753"/>
                  <a:pt x="2443041" y="5523990"/>
                </a:cubicBezTo>
                <a:lnTo>
                  <a:pt x="2435613" y="5526704"/>
                </a:lnTo>
                <a:lnTo>
                  <a:pt x="2405682" y="5528307"/>
                </a:lnTo>
                <a:lnTo>
                  <a:pt x="2397487" y="5540337"/>
                </a:lnTo>
                <a:lnTo>
                  <a:pt x="2297454" y="5550765"/>
                </a:lnTo>
                <a:cubicBezTo>
                  <a:pt x="2230952" y="5521480"/>
                  <a:pt x="2174171" y="5556417"/>
                  <a:pt x="2056700" y="5555489"/>
                </a:cubicBezTo>
                <a:cubicBezTo>
                  <a:pt x="2025568" y="5545373"/>
                  <a:pt x="1901680" y="5520750"/>
                  <a:pt x="1878530" y="5535330"/>
                </a:cubicBezTo>
                <a:lnTo>
                  <a:pt x="1859292" y="5535461"/>
                </a:lnTo>
                <a:lnTo>
                  <a:pt x="1835626" y="5533793"/>
                </a:lnTo>
                <a:cubicBezTo>
                  <a:pt x="1823131" y="5534628"/>
                  <a:pt x="1810151" y="5536942"/>
                  <a:pt x="1798939" y="5540285"/>
                </a:cubicBezTo>
                <a:lnTo>
                  <a:pt x="1779046" y="5549949"/>
                </a:lnTo>
                <a:lnTo>
                  <a:pt x="1772421" y="5549018"/>
                </a:lnTo>
                <a:lnTo>
                  <a:pt x="1772052" y="5545689"/>
                </a:lnTo>
                <a:cubicBezTo>
                  <a:pt x="1758274" y="5534165"/>
                  <a:pt x="1670822" y="5556887"/>
                  <a:pt x="1711543" y="5534558"/>
                </a:cubicBezTo>
                <a:cubicBezTo>
                  <a:pt x="1696140" y="5533324"/>
                  <a:pt x="1670188" y="5488258"/>
                  <a:pt x="1631462" y="5491807"/>
                </a:cubicBezTo>
                <a:cubicBezTo>
                  <a:pt x="1579148" y="5498877"/>
                  <a:pt x="1591754" y="5486800"/>
                  <a:pt x="1538763" y="5482781"/>
                </a:cubicBezTo>
                <a:cubicBezTo>
                  <a:pt x="1522078" y="5456666"/>
                  <a:pt x="1527306" y="5478305"/>
                  <a:pt x="1501533" y="5467817"/>
                </a:cubicBezTo>
                <a:cubicBezTo>
                  <a:pt x="1499922" y="5487659"/>
                  <a:pt x="1473126" y="5449434"/>
                  <a:pt x="1461266" y="5469343"/>
                </a:cubicBezTo>
                <a:cubicBezTo>
                  <a:pt x="1456951" y="5466804"/>
                  <a:pt x="1453146" y="5463716"/>
                  <a:pt x="1449415" y="5460467"/>
                </a:cubicBezTo>
                <a:lnTo>
                  <a:pt x="1447454" y="5458776"/>
                </a:lnTo>
                <a:lnTo>
                  <a:pt x="1437814" y="5455515"/>
                </a:lnTo>
                <a:lnTo>
                  <a:pt x="1437334" y="5450209"/>
                </a:lnTo>
                <a:lnTo>
                  <a:pt x="1424429" y="5442157"/>
                </a:lnTo>
                <a:cubicBezTo>
                  <a:pt x="1419251" y="5439819"/>
                  <a:pt x="1413273" y="5438098"/>
                  <a:pt x="1406063" y="5437380"/>
                </a:cubicBezTo>
                <a:cubicBezTo>
                  <a:pt x="1378526" y="5442640"/>
                  <a:pt x="1350821" y="5412037"/>
                  <a:pt x="1316379" y="5419601"/>
                </a:cubicBezTo>
                <a:cubicBezTo>
                  <a:pt x="1304160" y="5420695"/>
                  <a:pt x="1269061" y="5413755"/>
                  <a:pt x="1264090" y="5406153"/>
                </a:cubicBezTo>
                <a:cubicBezTo>
                  <a:pt x="1257115" y="5403410"/>
                  <a:pt x="1247955" y="5404075"/>
                  <a:pt x="1246374" y="5396631"/>
                </a:cubicBezTo>
                <a:cubicBezTo>
                  <a:pt x="1242951" y="5387390"/>
                  <a:pt x="1213970" y="5395299"/>
                  <a:pt x="1220190" y="5386301"/>
                </a:cubicBezTo>
                <a:cubicBezTo>
                  <a:pt x="1199695" y="5391599"/>
                  <a:pt x="1189803" y="5371737"/>
                  <a:pt x="1175643" y="5364651"/>
                </a:cubicBezTo>
                <a:cubicBezTo>
                  <a:pt x="1167337" y="5367627"/>
                  <a:pt x="1159852" y="5363931"/>
                  <a:pt x="1150342" y="5358447"/>
                </a:cubicBezTo>
                <a:lnTo>
                  <a:pt x="1112024" y="5345786"/>
                </a:lnTo>
                <a:lnTo>
                  <a:pt x="1100870" y="5343651"/>
                </a:lnTo>
                <a:lnTo>
                  <a:pt x="1096383" y="5343015"/>
                </a:lnTo>
                <a:lnTo>
                  <a:pt x="1058039" y="5343504"/>
                </a:lnTo>
                <a:cubicBezTo>
                  <a:pt x="1057478" y="5341976"/>
                  <a:pt x="1056597" y="5340487"/>
                  <a:pt x="1055426" y="5339088"/>
                </a:cubicBezTo>
                <a:lnTo>
                  <a:pt x="1044738" y="5333063"/>
                </a:lnTo>
                <a:lnTo>
                  <a:pt x="1033909" y="5335680"/>
                </a:lnTo>
                <a:cubicBezTo>
                  <a:pt x="1035046" y="5328129"/>
                  <a:pt x="1022289" y="5334344"/>
                  <a:pt x="1012649" y="5334541"/>
                </a:cubicBezTo>
                <a:lnTo>
                  <a:pt x="1007115" y="5332775"/>
                </a:lnTo>
                <a:lnTo>
                  <a:pt x="987447" y="5346462"/>
                </a:lnTo>
                <a:cubicBezTo>
                  <a:pt x="976074" y="5346779"/>
                  <a:pt x="963827" y="5334768"/>
                  <a:pt x="953418" y="5333901"/>
                </a:cubicBezTo>
                <a:lnTo>
                  <a:pt x="916854" y="5329435"/>
                </a:lnTo>
                <a:lnTo>
                  <a:pt x="905651" y="5332114"/>
                </a:lnTo>
                <a:cubicBezTo>
                  <a:pt x="881256" y="5332755"/>
                  <a:pt x="855727" y="5330820"/>
                  <a:pt x="838405" y="5339470"/>
                </a:cubicBezTo>
                <a:cubicBezTo>
                  <a:pt x="831364" y="5340489"/>
                  <a:pt x="823548" y="5331589"/>
                  <a:pt x="817627" y="5330580"/>
                </a:cubicBezTo>
                <a:lnTo>
                  <a:pt x="801817" y="5325937"/>
                </a:lnTo>
                <a:lnTo>
                  <a:pt x="798857" y="5320979"/>
                </a:lnTo>
                <a:lnTo>
                  <a:pt x="788354" y="5320143"/>
                </a:lnTo>
                <a:lnTo>
                  <a:pt x="785726" y="5318989"/>
                </a:lnTo>
                <a:cubicBezTo>
                  <a:pt x="780721" y="5316767"/>
                  <a:pt x="775719" y="5314716"/>
                  <a:pt x="770507" y="5313309"/>
                </a:cubicBezTo>
                <a:cubicBezTo>
                  <a:pt x="768924" y="5335137"/>
                  <a:pt x="725899" y="5304945"/>
                  <a:pt x="733810" y="5324286"/>
                </a:cubicBezTo>
                <a:cubicBezTo>
                  <a:pt x="704886" y="5320356"/>
                  <a:pt x="720003" y="5339795"/>
                  <a:pt x="692117" y="5318786"/>
                </a:cubicBezTo>
                <a:cubicBezTo>
                  <a:pt x="640968" y="5327470"/>
                  <a:pt x="620209" y="5334772"/>
                  <a:pt x="574943" y="5327578"/>
                </a:cubicBezTo>
                <a:cubicBezTo>
                  <a:pt x="533141" y="5325624"/>
                  <a:pt x="480989" y="5305543"/>
                  <a:pt x="441302" y="5307062"/>
                </a:cubicBezTo>
                <a:cubicBezTo>
                  <a:pt x="381194" y="5308098"/>
                  <a:pt x="355572" y="5361507"/>
                  <a:pt x="336819" y="5336690"/>
                </a:cubicBezTo>
                <a:cubicBezTo>
                  <a:pt x="308424" y="5343088"/>
                  <a:pt x="294704" y="5344301"/>
                  <a:pt x="270932" y="5345451"/>
                </a:cubicBezTo>
                <a:lnTo>
                  <a:pt x="194189" y="5343588"/>
                </a:lnTo>
                <a:lnTo>
                  <a:pt x="192552" y="5342845"/>
                </a:lnTo>
                <a:cubicBezTo>
                  <a:pt x="185478" y="5341467"/>
                  <a:pt x="181262" y="5342160"/>
                  <a:pt x="178320" y="5343766"/>
                </a:cubicBezTo>
                <a:lnTo>
                  <a:pt x="175596" y="5346411"/>
                </a:lnTo>
                <a:lnTo>
                  <a:pt x="147287" y="5352625"/>
                </a:lnTo>
                <a:lnTo>
                  <a:pt x="114847" y="5355844"/>
                </a:lnTo>
                <a:lnTo>
                  <a:pt x="114306" y="5354983"/>
                </a:lnTo>
                <a:cubicBezTo>
                  <a:pt x="110042" y="5353823"/>
                  <a:pt x="100016" y="5353058"/>
                  <a:pt x="89264" y="5348886"/>
                </a:cubicBezTo>
                <a:cubicBezTo>
                  <a:pt x="93123" y="5327937"/>
                  <a:pt x="57863" y="5341064"/>
                  <a:pt x="49794" y="5329950"/>
                </a:cubicBezTo>
                <a:cubicBezTo>
                  <a:pt x="40251" y="5331715"/>
                  <a:pt x="30226" y="5333199"/>
                  <a:pt x="19924" y="5334282"/>
                </a:cubicBezTo>
                <a:lnTo>
                  <a:pt x="13819" y="5334653"/>
                </a:lnTo>
                <a:lnTo>
                  <a:pt x="13657" y="5334455"/>
                </a:lnTo>
                <a:cubicBezTo>
                  <a:pt x="12246" y="5334096"/>
                  <a:pt x="10207" y="5334053"/>
                  <a:pt x="7139" y="5334438"/>
                </a:cubicBezTo>
                <a:lnTo>
                  <a:pt x="2684" y="5335333"/>
                </a:lnTo>
                <a:lnTo>
                  <a:pt x="0" y="5335496"/>
                </a:lnTo>
                <a:lnTo>
                  <a:pt x="0" y="10592"/>
                </a:lnTo>
                <a:lnTo>
                  <a:pt x="1124382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6F203-6238-C9E3-ABC8-0EB08A14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1059116"/>
            <a:ext cx="8924392" cy="9334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Conclusion:</a:t>
            </a:r>
            <a:endParaRPr lang="en-IN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6A12243-4887-4E89-8347-1146AE5D1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0000">
            <a:off x="5418161" y="351736"/>
            <a:ext cx="1352113" cy="40780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80FE2-41DE-283D-6928-9C5ACAA4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520" y="1992602"/>
            <a:ext cx="8737846" cy="3628969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Free Space Management in an operating system is used to keep track of free spaces to </a:t>
            </a:r>
            <a:r>
              <a:rPr lang="en-US" sz="3600" b="1" dirty="0"/>
              <a:t>allocate</a:t>
            </a:r>
            <a:r>
              <a:rPr lang="en-US" sz="3600" dirty="0"/>
              <a:t> and </a:t>
            </a:r>
            <a:r>
              <a:rPr lang="en-US" sz="3600" b="1" dirty="0"/>
              <a:t>de-allocate</a:t>
            </a:r>
            <a:r>
              <a:rPr lang="en-US" sz="3600" dirty="0"/>
              <a:t> memory blocks to files.</a:t>
            </a:r>
          </a:p>
          <a:p>
            <a:r>
              <a:rPr lang="en-US" sz="3600" dirty="0"/>
              <a:t>These space blocks are manipulated when there is a </a:t>
            </a:r>
            <a:r>
              <a:rPr lang="en-US" sz="3600" b="1" dirty="0"/>
              <a:t>creation</a:t>
            </a:r>
            <a:r>
              <a:rPr lang="en-US" sz="3600" dirty="0"/>
              <a:t> or </a:t>
            </a:r>
            <a:r>
              <a:rPr lang="en-US" sz="3600" b="1" dirty="0"/>
              <a:t>deletion</a:t>
            </a:r>
            <a:r>
              <a:rPr lang="en-US" sz="3600" dirty="0"/>
              <a:t> of a file in our system.</a:t>
            </a:r>
          </a:p>
          <a:p>
            <a:r>
              <a:rPr lang="en-US" sz="3600" dirty="0"/>
              <a:t>There are various approaches for free space management in </a:t>
            </a:r>
            <a:r>
              <a:rPr lang="en-US" sz="3600" dirty="0" err="1"/>
              <a:t>os</a:t>
            </a:r>
            <a:r>
              <a:rPr lang="en-US" sz="3600" dirty="0"/>
              <a:t>:</a:t>
            </a:r>
          </a:p>
          <a:p>
            <a:pPr lvl="1"/>
            <a:r>
              <a:rPr lang="en-US" sz="3600" b="1" dirty="0"/>
              <a:t>Bit vector</a:t>
            </a:r>
            <a:endParaRPr lang="en-US" sz="3600" dirty="0"/>
          </a:p>
          <a:p>
            <a:pPr lvl="1"/>
            <a:r>
              <a:rPr lang="en-US" sz="3600" b="1" dirty="0"/>
              <a:t>Linked List</a:t>
            </a:r>
            <a:endParaRPr lang="en-US" sz="3600" dirty="0"/>
          </a:p>
          <a:p>
            <a:pPr lvl="1"/>
            <a:r>
              <a:rPr lang="en-US" sz="3600" b="1" dirty="0"/>
              <a:t>Grouping</a:t>
            </a:r>
            <a:endParaRPr lang="en-US" sz="3600" dirty="0"/>
          </a:p>
          <a:p>
            <a:pPr lvl="1"/>
            <a:r>
              <a:rPr lang="en-US" sz="3600" b="1" dirty="0"/>
              <a:t>Counting</a:t>
            </a:r>
            <a:endParaRPr lang="en-US" sz="3600" dirty="0"/>
          </a:p>
          <a:p>
            <a:r>
              <a:rPr lang="en-US" sz="3600" dirty="0"/>
              <a:t>All these methods can be used for manipulating files in </a:t>
            </a:r>
            <a:r>
              <a:rPr lang="en-US" sz="3600" b="1" dirty="0"/>
              <a:t>memory spaces</a:t>
            </a:r>
            <a:r>
              <a:rPr lang="en-US" sz="3600" dirty="0"/>
              <a:t>.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44220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658</Words>
  <Application>Microsoft Office PowerPoint</Application>
  <PresentationFormat>Widescreen</PresentationFormat>
  <Paragraphs>45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Free Space Management in Operating System </vt:lpstr>
      <vt:lpstr>Free Space Management:</vt:lpstr>
      <vt:lpstr>PowerPoint Presentation</vt:lpstr>
      <vt:lpstr>Methods of Free Space Management:</vt:lpstr>
      <vt:lpstr>Bit Vector or Bit Map: </vt:lpstr>
      <vt:lpstr>Linked List Method:</vt:lpstr>
      <vt:lpstr>Grouping Method:</vt:lpstr>
      <vt:lpstr>Counting Method:</vt:lpstr>
      <vt:lpstr>PowerPoint Presentation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Eliasaph Khosla</dc:creator>
  <cp:lastModifiedBy>Eliasaph Khosla</cp:lastModifiedBy>
  <cp:revision>1</cp:revision>
  <dcterms:created xsi:type="dcterms:W3CDTF">2026-03-04T00:51:19Z</dcterms:created>
  <dcterms:modified xsi:type="dcterms:W3CDTF">2026-03-04T01:51:35Z</dcterms:modified>
</cp:coreProperties>
</file>